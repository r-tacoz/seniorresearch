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Amatic SC"/>
      <p:regular r:id="rId31"/>
      <p:bold r:id="rId32"/>
    </p:embeddedFont>
    <p:embeddedFont>
      <p:font typeface="Source Code Pro"/>
      <p:regular r:id="rId33"/>
      <p:bold r:id="rId34"/>
      <p:italic r:id="rId35"/>
      <p:boldItalic r:id="rId36"/>
    </p:embeddedFont>
    <p:embeddedFont>
      <p:font typeface="Bebas Neue"/>
      <p:regular r:id="rId37"/>
    </p:embeddedFont>
    <p:embeddedFont>
      <p:font typeface="DM Sans"/>
      <p:regular r:id="rId38"/>
      <p:bold r:id="rId39"/>
      <p:italic r:id="rId40"/>
      <p:boldItalic r:id="rId41"/>
    </p:embeddedFont>
    <p:embeddedFont>
      <p:font typeface="Asap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4.xml"/><Relationship Id="rId42" Type="http://schemas.openxmlformats.org/officeDocument/2006/relationships/font" Target="fonts/Asap-regular.fntdata"/><Relationship Id="rId41" Type="http://schemas.openxmlformats.org/officeDocument/2006/relationships/font" Target="fonts/DMSans-boldItalic.fntdata"/><Relationship Id="rId22" Type="http://schemas.openxmlformats.org/officeDocument/2006/relationships/slide" Target="slides/slide16.xml"/><Relationship Id="rId44" Type="http://schemas.openxmlformats.org/officeDocument/2006/relationships/font" Target="fonts/Asap-italic.fntdata"/><Relationship Id="rId21" Type="http://schemas.openxmlformats.org/officeDocument/2006/relationships/slide" Target="slides/slide15.xml"/><Relationship Id="rId43" Type="http://schemas.openxmlformats.org/officeDocument/2006/relationships/font" Target="fonts/Asap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Asap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maticSC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SourceCodePro-regular.fntdata"/><Relationship Id="rId10" Type="http://schemas.openxmlformats.org/officeDocument/2006/relationships/slide" Target="slides/slide4.xml"/><Relationship Id="rId32" Type="http://schemas.openxmlformats.org/officeDocument/2006/relationships/font" Target="fonts/AmaticSC-bold.fntdata"/><Relationship Id="rId13" Type="http://schemas.openxmlformats.org/officeDocument/2006/relationships/slide" Target="slides/slide7.xml"/><Relationship Id="rId35" Type="http://schemas.openxmlformats.org/officeDocument/2006/relationships/font" Target="fonts/SourceCodePro-italic.fntdata"/><Relationship Id="rId12" Type="http://schemas.openxmlformats.org/officeDocument/2006/relationships/slide" Target="slides/slide6.xml"/><Relationship Id="rId34" Type="http://schemas.openxmlformats.org/officeDocument/2006/relationships/font" Target="fonts/SourceCodePro-bold.fntdata"/><Relationship Id="rId15" Type="http://schemas.openxmlformats.org/officeDocument/2006/relationships/slide" Target="slides/slide9.xml"/><Relationship Id="rId37" Type="http://schemas.openxmlformats.org/officeDocument/2006/relationships/font" Target="fonts/BebasNeue-regular.fntdata"/><Relationship Id="rId14" Type="http://schemas.openxmlformats.org/officeDocument/2006/relationships/slide" Target="slides/slide8.xml"/><Relationship Id="rId36" Type="http://schemas.openxmlformats.org/officeDocument/2006/relationships/font" Target="fonts/SourceCodePro-boldItalic.fntdata"/><Relationship Id="rId17" Type="http://schemas.openxmlformats.org/officeDocument/2006/relationships/slide" Target="slides/slide11.xml"/><Relationship Id="rId39" Type="http://schemas.openxmlformats.org/officeDocument/2006/relationships/font" Target="fonts/DMSans-bold.fntdata"/><Relationship Id="rId16" Type="http://schemas.openxmlformats.org/officeDocument/2006/relationships/slide" Target="slides/slide10.xml"/><Relationship Id="rId38" Type="http://schemas.openxmlformats.org/officeDocument/2006/relationships/font" Target="fonts/DM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2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g33601a2f8c1_0_4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4" name="Google Shape;4104;g33601a2f8c1_0_4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8" name="Shape 4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Google Shape;4109;g33601a2f8c1_0_8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0" name="Google Shape;4110;g33601a2f8c1_0_8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6" name="Shape 4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" name="Google Shape;4117;g33601a2f8c1_0_12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8" name="Google Shape;4118;g33601a2f8c1_0_12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4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Google Shape;4125;g33601a2f8c1_0_12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6" name="Google Shape;4126;g33601a2f8c1_0_12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0" name="Shape 4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Google Shape;4131;g33601a2f8c1_0_1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2" name="Google Shape;4132;g33601a2f8c1_0_1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6" name="Shape 4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" name="Google Shape;4137;g33601a2f8c1_0_12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8" name="Google Shape;4138;g33601a2f8c1_0_1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2" name="Shape 4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3" name="Google Shape;4143;g33601a2f8c1_0_12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4" name="Google Shape;4144;g33601a2f8c1_0_12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8" name="Shape 4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9" name="Google Shape;4149;g33601a2f8c1_0_12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0" name="Google Shape;4150;g33601a2f8c1_0_12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g33601a2f8c1_0_12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6" name="Google Shape;4156;g33601a2f8c1_0_12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3" name="Shape 4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4" name="Google Shape;4164;g33601a2f8c1_0_12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5" name="Google Shape;4165;g33601a2f8c1_0_12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9" name="Shape 4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0" name="Google Shape;4170;g33601a2f8c1_0_12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1" name="Google Shape;4171;g33601a2f8c1_0_12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7" name="Shape 4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8" name="Google Shape;4178;g33601a2f8c1_0_12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9" name="Google Shape;4179;g33601a2f8c1_0_12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5" name="Shape 4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Google Shape;4186;g33601a2f8c1_0_12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7" name="Google Shape;4187;g33601a2f8c1_0_12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4" name="Shape 4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4205;g33601a2f8c1_0_12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6" name="Google Shape;4206;g33601a2f8c1_0_12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0" name="Shape 4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1" name="Google Shape;4241;g33601a2f8c1_0_12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2" name="Google Shape;4242;g33601a2f8c1_0_12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6" name="Shape 4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7" name="Google Shape;4247;g33601a2f8c1_0_12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8" name="Google Shape;4248;g33601a2f8c1_0_12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2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g33601a2f8c1_0_12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4" name="Google Shape;4254;g33601a2f8c1_0_12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2" name="Shape 4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3" name="Google Shape;4263;g35a5a9a96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4" name="Google Shape;4264;g35a5a9a96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7" name="Shape 4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Google Shape;4288;g33601a2f8c1_0_12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9" name="Google Shape;4289;g33601a2f8c1_0_12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Rocco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3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Google Shape;4294;g33601a2f8c1_2_8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5" name="Google Shape;4295;g33601a2f8c1_2_8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9" name="Shape 4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" name="Google Shape;4300;g33601a2f8c1_2_8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1" name="Google Shape;4301;g33601a2f8c1_2_8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5" name="Shape 4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" name="Google Shape;4306;g33601a2f8c1_0_12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7" name="Google Shape;4307;g33601a2f8c1_0_12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1" name="Shape 4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2" name="Google Shape;4312;g33601a2f8c1_0_12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3" name="Google Shape;4313;g33601a2f8c1_0_12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7" name="Shape 4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8" name="Google Shape;4318;g33601a2f8c1_2_4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9" name="Google Shape;4319;g33601a2f8c1_2_4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4"/>
          <p:cNvGrpSpPr/>
          <p:nvPr/>
        </p:nvGrpSpPr>
        <p:grpSpPr>
          <a:xfrm rot="-1799983">
            <a:off x="-974264" y="-783041"/>
            <a:ext cx="2835804" cy="2780472"/>
            <a:chOff x="1400775" y="920275"/>
            <a:chExt cx="1637475" cy="1605525"/>
          </a:xfrm>
        </p:grpSpPr>
        <p:sp>
          <p:nvSpPr>
            <p:cNvPr id="57" name="Google Shape;57;p14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14"/>
          <p:cNvGrpSpPr/>
          <p:nvPr/>
        </p:nvGrpSpPr>
        <p:grpSpPr>
          <a:xfrm flipH="1" rot="1799983">
            <a:off x="7282461" y="-783041"/>
            <a:ext cx="2835804" cy="2780472"/>
            <a:chOff x="1400775" y="920275"/>
            <a:chExt cx="1637475" cy="1605525"/>
          </a:xfrm>
        </p:grpSpPr>
        <p:sp>
          <p:nvSpPr>
            <p:cNvPr id="148" name="Google Shape;148;p14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14"/>
          <p:cNvSpPr txBox="1"/>
          <p:nvPr>
            <p:ph type="ctrTitle"/>
          </p:nvPr>
        </p:nvSpPr>
        <p:spPr>
          <a:xfrm>
            <a:off x="914400" y="1897693"/>
            <a:ext cx="73152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14"/>
          <p:cNvSpPr txBox="1"/>
          <p:nvPr>
            <p:ph idx="1" type="subTitle"/>
          </p:nvPr>
        </p:nvSpPr>
        <p:spPr>
          <a:xfrm>
            <a:off x="2307675" y="354349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5"/>
          <p:cNvGrpSpPr/>
          <p:nvPr/>
        </p:nvGrpSpPr>
        <p:grpSpPr>
          <a:xfrm rot="-1799983">
            <a:off x="-517064" y="-325841"/>
            <a:ext cx="2835804" cy="2780472"/>
            <a:chOff x="1400775" y="920275"/>
            <a:chExt cx="1637475" cy="1605525"/>
          </a:xfrm>
        </p:grpSpPr>
        <p:sp>
          <p:nvSpPr>
            <p:cNvPr id="242" name="Google Shape;242;p15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15"/>
          <p:cNvGrpSpPr/>
          <p:nvPr/>
        </p:nvGrpSpPr>
        <p:grpSpPr>
          <a:xfrm rot="9000017">
            <a:off x="7282461" y="3135734"/>
            <a:ext cx="2835804" cy="2780472"/>
            <a:chOff x="1400775" y="920275"/>
            <a:chExt cx="1637475" cy="1605525"/>
          </a:xfrm>
        </p:grpSpPr>
        <p:sp>
          <p:nvSpPr>
            <p:cNvPr id="333" name="Google Shape;333;p15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15"/>
          <p:cNvSpPr txBox="1"/>
          <p:nvPr>
            <p:ph type="title"/>
          </p:nvPr>
        </p:nvSpPr>
        <p:spPr>
          <a:xfrm>
            <a:off x="720000" y="2150850"/>
            <a:ext cx="4206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4" name="Google Shape;424;p15"/>
          <p:cNvSpPr txBox="1"/>
          <p:nvPr>
            <p:ph hasCustomPrompt="1" idx="2" type="title"/>
          </p:nvPr>
        </p:nvSpPr>
        <p:spPr>
          <a:xfrm>
            <a:off x="720000" y="1114650"/>
            <a:ext cx="1828800" cy="118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5" name="Google Shape;425;p15"/>
          <p:cNvSpPr txBox="1"/>
          <p:nvPr>
            <p:ph idx="1" type="subTitle"/>
          </p:nvPr>
        </p:nvSpPr>
        <p:spPr>
          <a:xfrm>
            <a:off x="720000" y="2903575"/>
            <a:ext cx="4206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16"/>
          <p:cNvGrpSpPr/>
          <p:nvPr/>
        </p:nvGrpSpPr>
        <p:grpSpPr>
          <a:xfrm flipH="1" rot="1799983">
            <a:off x="7282461" y="-783041"/>
            <a:ext cx="2835804" cy="2780472"/>
            <a:chOff x="1400775" y="920275"/>
            <a:chExt cx="1637475" cy="1605525"/>
          </a:xfrm>
        </p:grpSpPr>
        <p:sp>
          <p:nvSpPr>
            <p:cNvPr id="428" name="Google Shape;428;p16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16"/>
          <p:cNvSpPr txBox="1"/>
          <p:nvPr>
            <p:ph type="title"/>
          </p:nvPr>
        </p:nvSpPr>
        <p:spPr>
          <a:xfrm>
            <a:off x="720000" y="1219660"/>
            <a:ext cx="43890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9" name="Google Shape;519;p16"/>
          <p:cNvSpPr txBox="1"/>
          <p:nvPr>
            <p:ph idx="1" type="body"/>
          </p:nvPr>
        </p:nvSpPr>
        <p:spPr>
          <a:xfrm>
            <a:off x="720000" y="1768350"/>
            <a:ext cx="4389000" cy="21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aheim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grpSp>
        <p:nvGrpSpPr>
          <p:cNvPr id="520" name="Google Shape;520;p16"/>
          <p:cNvGrpSpPr/>
          <p:nvPr/>
        </p:nvGrpSpPr>
        <p:grpSpPr>
          <a:xfrm rot="9000017">
            <a:off x="7282461" y="3135734"/>
            <a:ext cx="2835804" cy="2780472"/>
            <a:chOff x="1400775" y="920275"/>
            <a:chExt cx="1637475" cy="1605525"/>
          </a:xfrm>
        </p:grpSpPr>
        <p:sp>
          <p:nvSpPr>
            <p:cNvPr id="521" name="Google Shape;521;p16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p17"/>
          <p:cNvGrpSpPr/>
          <p:nvPr/>
        </p:nvGrpSpPr>
        <p:grpSpPr>
          <a:xfrm flipH="1" rot="1799983">
            <a:off x="7282461" y="-783041"/>
            <a:ext cx="2835804" cy="2780472"/>
            <a:chOff x="1400775" y="920275"/>
            <a:chExt cx="1637475" cy="1605525"/>
          </a:xfrm>
        </p:grpSpPr>
        <p:sp>
          <p:nvSpPr>
            <p:cNvPr id="613" name="Google Shape;613;p17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7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7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7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7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7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7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7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7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7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7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7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7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7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7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7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3" name="Google Shape;703;p1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4" name="Google Shape;704;p17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705" name="Google Shape;705;p17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706" name="Google Shape;706;p17"/>
          <p:cNvSpPr txBox="1"/>
          <p:nvPr>
            <p:ph idx="3" type="subTitle"/>
          </p:nvPr>
        </p:nvSpPr>
        <p:spPr>
          <a:xfrm>
            <a:off x="726675" y="1434650"/>
            <a:ext cx="36981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17"/>
          <p:cNvSpPr txBox="1"/>
          <p:nvPr>
            <p:ph idx="4" type="subTitle"/>
          </p:nvPr>
        </p:nvSpPr>
        <p:spPr>
          <a:xfrm>
            <a:off x="4747375" y="1434650"/>
            <a:ext cx="36981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18"/>
          <p:cNvGrpSpPr/>
          <p:nvPr/>
        </p:nvGrpSpPr>
        <p:grpSpPr>
          <a:xfrm flipH="1">
            <a:off x="7012893" y="-850730"/>
            <a:ext cx="2835779" cy="2780448"/>
            <a:chOff x="1400775" y="920275"/>
            <a:chExt cx="1637475" cy="1605525"/>
          </a:xfrm>
        </p:grpSpPr>
        <p:sp>
          <p:nvSpPr>
            <p:cNvPr id="710" name="Google Shape;710;p18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0" name="Google Shape;800;p18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01" name="Google Shape;801;p18"/>
          <p:cNvGrpSpPr/>
          <p:nvPr/>
        </p:nvGrpSpPr>
        <p:grpSpPr>
          <a:xfrm flipH="1" rot="10800000">
            <a:off x="-704660" y="3218346"/>
            <a:ext cx="2835779" cy="2780448"/>
            <a:chOff x="1400775" y="920275"/>
            <a:chExt cx="1637475" cy="1605525"/>
          </a:xfrm>
        </p:grpSpPr>
        <p:sp>
          <p:nvSpPr>
            <p:cNvPr id="802" name="Google Shape;802;p18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8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8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8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9"/>
          <p:cNvSpPr txBox="1"/>
          <p:nvPr>
            <p:ph type="title"/>
          </p:nvPr>
        </p:nvSpPr>
        <p:spPr>
          <a:xfrm>
            <a:off x="720000" y="2023050"/>
            <a:ext cx="29262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19"/>
          <p:cNvSpPr txBox="1"/>
          <p:nvPr>
            <p:ph idx="1" type="subTitle"/>
          </p:nvPr>
        </p:nvSpPr>
        <p:spPr>
          <a:xfrm>
            <a:off x="4041775" y="539500"/>
            <a:ext cx="4389000" cy="40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95" name="Google Shape;895;p19"/>
          <p:cNvGrpSpPr/>
          <p:nvPr/>
        </p:nvGrpSpPr>
        <p:grpSpPr>
          <a:xfrm rot="-1799983">
            <a:off x="-974264" y="-783041"/>
            <a:ext cx="2835804" cy="2780472"/>
            <a:chOff x="1400775" y="920275"/>
            <a:chExt cx="1637475" cy="1605525"/>
          </a:xfrm>
        </p:grpSpPr>
        <p:sp>
          <p:nvSpPr>
            <p:cNvPr id="896" name="Google Shape;896;p19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9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9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9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9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9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9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9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9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9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9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9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9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0"/>
          <p:cNvSpPr txBox="1"/>
          <p:nvPr>
            <p:ph type="title"/>
          </p:nvPr>
        </p:nvSpPr>
        <p:spPr>
          <a:xfrm>
            <a:off x="713175" y="1565850"/>
            <a:ext cx="7717500" cy="20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88" name="Google Shape;988;p20"/>
          <p:cNvGrpSpPr/>
          <p:nvPr/>
        </p:nvGrpSpPr>
        <p:grpSpPr>
          <a:xfrm rot="-1799983">
            <a:off x="-964014" y="-798391"/>
            <a:ext cx="2835804" cy="2780472"/>
            <a:chOff x="1400775" y="920275"/>
            <a:chExt cx="1637475" cy="1605525"/>
          </a:xfrm>
        </p:grpSpPr>
        <p:sp>
          <p:nvSpPr>
            <p:cNvPr id="989" name="Google Shape;989;p20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0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0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0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0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0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0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0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0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0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0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0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0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9" name="Google Shape;1079;p20"/>
          <p:cNvGrpSpPr/>
          <p:nvPr/>
        </p:nvGrpSpPr>
        <p:grpSpPr>
          <a:xfrm rot="9000017">
            <a:off x="7282461" y="3135734"/>
            <a:ext cx="2835804" cy="2780472"/>
            <a:chOff x="1400775" y="920275"/>
            <a:chExt cx="1637475" cy="1605525"/>
          </a:xfrm>
        </p:grpSpPr>
        <p:sp>
          <p:nvSpPr>
            <p:cNvPr id="1080" name="Google Shape;1080;p20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0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0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0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0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0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0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0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0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0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0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0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0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0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0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0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0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0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0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0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0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0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0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0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0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0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0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0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0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0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0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0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0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0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0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0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0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0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0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0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0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0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0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0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0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0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0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0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0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0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0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0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0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0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0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0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0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0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0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0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0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0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0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0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21"/>
          <p:cNvGrpSpPr/>
          <p:nvPr/>
        </p:nvGrpSpPr>
        <p:grpSpPr>
          <a:xfrm flipH="1" rot="10800000">
            <a:off x="6460631" y="2515445"/>
            <a:ext cx="2835779" cy="2780448"/>
            <a:chOff x="1400775" y="920275"/>
            <a:chExt cx="1637475" cy="1605525"/>
          </a:xfrm>
        </p:grpSpPr>
        <p:sp>
          <p:nvSpPr>
            <p:cNvPr id="1172" name="Google Shape;1172;p21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1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1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1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1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1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1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1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1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1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1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1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1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1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1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1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1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1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1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1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1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1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1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1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1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1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1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1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1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1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1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1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1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1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1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1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1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1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1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1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1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1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1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1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1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1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1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1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1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1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1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1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1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1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1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1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1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1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2" name="Google Shape;1262;p21"/>
          <p:cNvGrpSpPr/>
          <p:nvPr/>
        </p:nvGrpSpPr>
        <p:grpSpPr>
          <a:xfrm flipH="1">
            <a:off x="6460631" y="-152405"/>
            <a:ext cx="2835779" cy="2780448"/>
            <a:chOff x="1400775" y="920275"/>
            <a:chExt cx="1637475" cy="1605525"/>
          </a:xfrm>
        </p:grpSpPr>
        <p:sp>
          <p:nvSpPr>
            <p:cNvPr id="1263" name="Google Shape;1263;p21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1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1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1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1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1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1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1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1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1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1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1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1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1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1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1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1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1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1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1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1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1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1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1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1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1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1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1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1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1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1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1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1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1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1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1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1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1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1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1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1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1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1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1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3" name="Google Shape;1353;p21"/>
          <p:cNvSpPr txBox="1"/>
          <p:nvPr>
            <p:ph type="title"/>
          </p:nvPr>
        </p:nvSpPr>
        <p:spPr>
          <a:xfrm>
            <a:off x="720000" y="975450"/>
            <a:ext cx="2743200" cy="19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4" name="Google Shape;1354;p21"/>
          <p:cNvSpPr txBox="1"/>
          <p:nvPr>
            <p:ph idx="1" type="subTitle"/>
          </p:nvPr>
        </p:nvSpPr>
        <p:spPr>
          <a:xfrm>
            <a:off x="720000" y="2796450"/>
            <a:ext cx="27432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21"/>
          <p:cNvSpPr/>
          <p:nvPr>
            <p:ph idx="2" type="pic"/>
          </p:nvPr>
        </p:nvSpPr>
        <p:spPr>
          <a:xfrm>
            <a:off x="3850100" y="539500"/>
            <a:ext cx="4580700" cy="406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" name="Google Shape;1358;p22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3"/>
          <p:cNvSpPr txBox="1"/>
          <p:nvPr>
            <p:ph hasCustomPrompt="1" type="title"/>
          </p:nvPr>
        </p:nvSpPr>
        <p:spPr>
          <a:xfrm>
            <a:off x="1284000" y="1991390"/>
            <a:ext cx="6576000" cy="12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61" name="Google Shape;1361;p23"/>
          <p:cNvSpPr txBox="1"/>
          <p:nvPr>
            <p:ph idx="1" type="subTitle"/>
          </p:nvPr>
        </p:nvSpPr>
        <p:spPr>
          <a:xfrm>
            <a:off x="1284000" y="319529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62" name="Google Shape;1362;p23"/>
          <p:cNvGrpSpPr/>
          <p:nvPr/>
        </p:nvGrpSpPr>
        <p:grpSpPr>
          <a:xfrm>
            <a:off x="-1022217" y="-1305733"/>
            <a:ext cx="11188434" cy="3825856"/>
            <a:chOff x="-1022217" y="-848533"/>
            <a:chExt cx="11188434" cy="3825856"/>
          </a:xfrm>
        </p:grpSpPr>
        <p:grpSp>
          <p:nvGrpSpPr>
            <p:cNvPr id="1363" name="Google Shape;1363;p23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1364" name="Google Shape;1364;p23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23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23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23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23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23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23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3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3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23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23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23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23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23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3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23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23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3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3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3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3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3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23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23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23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23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3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3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3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23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23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3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3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3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3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3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3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3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3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3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3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3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3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3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3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23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23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3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3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3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3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3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3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3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3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3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3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3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3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3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3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3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3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3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3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3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4" name="Google Shape;1454;p23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1455" name="Google Shape;1455;p23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3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3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3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3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23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23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3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3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23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23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3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3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3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3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3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3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3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3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3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3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3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23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23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3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3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3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3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3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3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23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23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23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23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23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23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23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23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23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23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23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23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23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23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23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23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23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23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23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23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23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23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23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23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23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23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23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23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23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23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23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23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23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23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23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23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23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23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23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23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23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23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23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23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23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23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23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23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23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23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23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23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23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23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23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23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23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23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23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23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5" name="Google Shape;1545;p23"/>
          <p:cNvGrpSpPr/>
          <p:nvPr/>
        </p:nvGrpSpPr>
        <p:grpSpPr>
          <a:xfrm flipH="1" rot="10800000">
            <a:off x="-1022217" y="2613042"/>
            <a:ext cx="11188434" cy="3825856"/>
            <a:chOff x="-1022217" y="-848533"/>
            <a:chExt cx="11188434" cy="3825856"/>
          </a:xfrm>
        </p:grpSpPr>
        <p:grpSp>
          <p:nvGrpSpPr>
            <p:cNvPr id="1546" name="Google Shape;1546;p23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1547" name="Google Shape;1547;p23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23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23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23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23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23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23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23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23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23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23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23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23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23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23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23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23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23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23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23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23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23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23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23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23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23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23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23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23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23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23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23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23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23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23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23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23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23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23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23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23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23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23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23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23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23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23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23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23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23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23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23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23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23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23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23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23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23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23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23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23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23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23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23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23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23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3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3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3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3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3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23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23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23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23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23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23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23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23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23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23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23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23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23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23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23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23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23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23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23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23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1638" name="Google Shape;1638;p23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23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23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23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23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23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23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23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23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23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23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23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23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23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23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23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23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23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23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23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23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23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23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23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23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23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23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23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23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23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23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23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23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23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23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23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23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23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23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23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23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23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23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23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23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23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23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23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23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23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23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23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23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23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23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23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23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23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23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23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23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23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23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23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23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23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23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23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23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23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3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3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3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3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3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23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23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23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23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23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23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23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23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23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23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23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23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23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23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23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25"/>
          <p:cNvSpPr txBox="1"/>
          <p:nvPr>
            <p:ph type="title"/>
          </p:nvPr>
        </p:nvSpPr>
        <p:spPr>
          <a:xfrm>
            <a:off x="5848464" y="1474350"/>
            <a:ext cx="25545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1" name="Google Shape;1731;p25"/>
          <p:cNvSpPr txBox="1"/>
          <p:nvPr>
            <p:ph idx="1" type="subTitle"/>
          </p:nvPr>
        </p:nvSpPr>
        <p:spPr>
          <a:xfrm>
            <a:off x="5842550" y="2571750"/>
            <a:ext cx="25545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732" name="Google Shape;1732;p25"/>
          <p:cNvGrpSpPr/>
          <p:nvPr/>
        </p:nvGrpSpPr>
        <p:grpSpPr>
          <a:xfrm rot="-1799983">
            <a:off x="-517064" y="-325841"/>
            <a:ext cx="2835804" cy="2780472"/>
            <a:chOff x="1400775" y="920275"/>
            <a:chExt cx="1637475" cy="1605525"/>
          </a:xfrm>
        </p:grpSpPr>
        <p:sp>
          <p:nvSpPr>
            <p:cNvPr id="1733" name="Google Shape;1733;p25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5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5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5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5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5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5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5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5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5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5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5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5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5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5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5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5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5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5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5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5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5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5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5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5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5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5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5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5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5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5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5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5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5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5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5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5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5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5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5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5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5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5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5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5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5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5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5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5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5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5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5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5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5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5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5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5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5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5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5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5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5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5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5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5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5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5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5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5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5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5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5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5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5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5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5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5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5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5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5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5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5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5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5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5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5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5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5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5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5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4" name="Google Shape;1824;p26"/>
          <p:cNvGrpSpPr/>
          <p:nvPr/>
        </p:nvGrpSpPr>
        <p:grpSpPr>
          <a:xfrm>
            <a:off x="-1022217" y="-1305733"/>
            <a:ext cx="11188434" cy="3825856"/>
            <a:chOff x="-1022217" y="-848533"/>
            <a:chExt cx="11188434" cy="3825856"/>
          </a:xfrm>
        </p:grpSpPr>
        <p:grpSp>
          <p:nvGrpSpPr>
            <p:cNvPr id="1825" name="Google Shape;1825;p26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1826" name="Google Shape;1826;p26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26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26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26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26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26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26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26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26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26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26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26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26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26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26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26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26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26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26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26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26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26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26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26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26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26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26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26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26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26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26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26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26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26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26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26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26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26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26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26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26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26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26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26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26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26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26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26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26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26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26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26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26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26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26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26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26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26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26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26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26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26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26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26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26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26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26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26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26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26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26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26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26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26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26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26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26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26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26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26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26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26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26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26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26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26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26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26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26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26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6" name="Google Shape;1916;p26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1917" name="Google Shape;1917;p26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6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6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6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6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6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6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6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6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6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26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26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6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6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6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6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6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6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6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6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6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26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26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26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26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26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26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26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26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26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26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26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26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26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26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26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26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26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26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26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26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26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26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26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26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26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26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26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26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26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26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26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26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26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26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26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26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26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26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26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26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26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26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26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26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26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26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26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26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26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26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26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26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26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26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26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26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26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26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26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26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26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26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26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26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26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26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26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26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26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07" name="Google Shape;2007;p26"/>
          <p:cNvGrpSpPr/>
          <p:nvPr/>
        </p:nvGrpSpPr>
        <p:grpSpPr>
          <a:xfrm flipH="1" rot="10800000">
            <a:off x="-1022217" y="2613042"/>
            <a:ext cx="11188434" cy="3825856"/>
            <a:chOff x="-1022217" y="-848533"/>
            <a:chExt cx="11188434" cy="3825856"/>
          </a:xfrm>
        </p:grpSpPr>
        <p:grpSp>
          <p:nvGrpSpPr>
            <p:cNvPr id="2008" name="Google Shape;2008;p26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2009" name="Google Shape;2009;p26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26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26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26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26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26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26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26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26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26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26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26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26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26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26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26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26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26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26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26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26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26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26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26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26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26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26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26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26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26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26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26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26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26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26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26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26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26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26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26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26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26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26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26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26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26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26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26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26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26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26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26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26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26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26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26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26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26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26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26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26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26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26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26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26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26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26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6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6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6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6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6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6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6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6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6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26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26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6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6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6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6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6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6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6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6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6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26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26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26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9" name="Google Shape;2099;p26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2100" name="Google Shape;2100;p26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26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26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26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26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26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26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26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26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26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26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26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26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26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26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26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26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26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26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26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26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26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26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26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26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26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26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26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26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26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0" name="Google Shape;2130;p26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26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26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26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26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26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26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26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26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26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26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26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26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26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26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26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26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26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26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26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26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26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26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26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26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26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26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26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26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26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26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26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26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26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26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26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26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26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26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26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26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26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26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26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26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6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6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6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6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6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6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6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6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6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26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26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6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6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6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6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0" name="Google Shape;2190;p26"/>
          <p:cNvSpPr txBox="1"/>
          <p:nvPr>
            <p:ph hasCustomPrompt="1" type="title"/>
          </p:nvPr>
        </p:nvSpPr>
        <p:spPr>
          <a:xfrm>
            <a:off x="2240400" y="539500"/>
            <a:ext cx="46635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191" name="Google Shape;2191;p26"/>
          <p:cNvSpPr txBox="1"/>
          <p:nvPr>
            <p:ph idx="1" type="subTitle"/>
          </p:nvPr>
        </p:nvSpPr>
        <p:spPr>
          <a:xfrm>
            <a:off x="2240400" y="1194700"/>
            <a:ext cx="46635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92" name="Google Shape;2192;p26"/>
          <p:cNvSpPr txBox="1"/>
          <p:nvPr>
            <p:ph hasCustomPrompt="1" idx="2" type="title"/>
          </p:nvPr>
        </p:nvSpPr>
        <p:spPr>
          <a:xfrm>
            <a:off x="2240400" y="2063588"/>
            <a:ext cx="46635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193" name="Google Shape;2193;p26"/>
          <p:cNvSpPr txBox="1"/>
          <p:nvPr>
            <p:ph idx="3" type="subTitle"/>
          </p:nvPr>
        </p:nvSpPr>
        <p:spPr>
          <a:xfrm>
            <a:off x="2240400" y="2718788"/>
            <a:ext cx="46635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94" name="Google Shape;2194;p26"/>
          <p:cNvSpPr txBox="1"/>
          <p:nvPr>
            <p:ph hasCustomPrompt="1" idx="4" type="title"/>
          </p:nvPr>
        </p:nvSpPr>
        <p:spPr>
          <a:xfrm>
            <a:off x="2240400" y="3587675"/>
            <a:ext cx="46635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195" name="Google Shape;2195;p26"/>
          <p:cNvSpPr txBox="1"/>
          <p:nvPr>
            <p:ph idx="5" type="subTitle"/>
          </p:nvPr>
        </p:nvSpPr>
        <p:spPr>
          <a:xfrm>
            <a:off x="2240400" y="4242875"/>
            <a:ext cx="46635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7" name="Google Shape;2197;p27"/>
          <p:cNvGrpSpPr/>
          <p:nvPr/>
        </p:nvGrpSpPr>
        <p:grpSpPr>
          <a:xfrm flipH="1">
            <a:off x="7012893" y="-889030"/>
            <a:ext cx="2835779" cy="2780448"/>
            <a:chOff x="1400775" y="920275"/>
            <a:chExt cx="1637475" cy="1605525"/>
          </a:xfrm>
        </p:grpSpPr>
        <p:sp>
          <p:nvSpPr>
            <p:cNvPr id="2198" name="Google Shape;2198;p27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7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7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7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7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27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7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7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7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7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7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7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7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7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7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7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7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27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27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27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7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7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7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7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7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7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7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7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7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7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7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7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7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7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7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7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7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7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7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7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7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7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7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7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7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7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7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7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7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7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7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7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7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7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8" name="Google Shape;2288;p2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0" name="Google Shape;2290;p28"/>
          <p:cNvGrpSpPr/>
          <p:nvPr/>
        </p:nvGrpSpPr>
        <p:grpSpPr>
          <a:xfrm flipH="1" rot="5400000">
            <a:off x="7012886" y="-850734"/>
            <a:ext cx="2835779" cy="2780448"/>
            <a:chOff x="1400775" y="920275"/>
            <a:chExt cx="1637475" cy="1605525"/>
          </a:xfrm>
        </p:grpSpPr>
        <p:sp>
          <p:nvSpPr>
            <p:cNvPr id="2291" name="Google Shape;2291;p28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8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8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8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8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8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8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8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8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8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8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8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8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8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8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8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8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8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8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8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8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8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8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8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8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8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8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8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8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8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8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8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8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8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8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8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8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8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8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8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8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8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8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8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8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8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8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8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8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8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8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8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8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8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8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8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8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8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8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8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8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8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8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8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8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8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8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8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8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8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8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8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8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8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8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8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8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8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8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8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8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8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8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8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1" name="Google Shape;2381;p28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2_1"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3" name="Google Shape;2383;p29"/>
          <p:cNvGrpSpPr/>
          <p:nvPr/>
        </p:nvGrpSpPr>
        <p:grpSpPr>
          <a:xfrm flipH="1" rot="10800000">
            <a:off x="-704664" y="3218341"/>
            <a:ext cx="2835779" cy="2780448"/>
            <a:chOff x="1400775" y="920275"/>
            <a:chExt cx="1637475" cy="1605525"/>
          </a:xfrm>
        </p:grpSpPr>
        <p:sp>
          <p:nvSpPr>
            <p:cNvPr id="2384" name="Google Shape;2384;p29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9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9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9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9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9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9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9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9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9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9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9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9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9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9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9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9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9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9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9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9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9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9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9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9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9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9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9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9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9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9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9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9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9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9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9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9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9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9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9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9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9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9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9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9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9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29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29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9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29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29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29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9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9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29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29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4" name="Google Shape;2474;p29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6" name="Google Shape;2476;p30"/>
          <p:cNvGrpSpPr/>
          <p:nvPr/>
        </p:nvGrpSpPr>
        <p:grpSpPr>
          <a:xfrm flipH="1" rot="1799983">
            <a:off x="6825261" y="-325841"/>
            <a:ext cx="2835804" cy="2780472"/>
            <a:chOff x="1400775" y="920275"/>
            <a:chExt cx="1637475" cy="1605525"/>
          </a:xfrm>
        </p:grpSpPr>
        <p:sp>
          <p:nvSpPr>
            <p:cNvPr id="2477" name="Google Shape;2477;p30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0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0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0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0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0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0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0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0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0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0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0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0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0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0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0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0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0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0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0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0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30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30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30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30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30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0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0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0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30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30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0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0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30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30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30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30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30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30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30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30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30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30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30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30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30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30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30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30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30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30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30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30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30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0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0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0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0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0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0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0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0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30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30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0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0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0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0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0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0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0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0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0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0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0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0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0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0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0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0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0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0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0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0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0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0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30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30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30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30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7" name="Google Shape;2567;p30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68" name="Google Shape;2568;p30"/>
          <p:cNvSpPr txBox="1"/>
          <p:nvPr>
            <p:ph idx="1" type="subTitle"/>
          </p:nvPr>
        </p:nvSpPr>
        <p:spPr>
          <a:xfrm>
            <a:off x="713224" y="2269375"/>
            <a:ext cx="2305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69" name="Google Shape;2569;p30"/>
          <p:cNvSpPr txBox="1"/>
          <p:nvPr>
            <p:ph idx="2" type="subTitle"/>
          </p:nvPr>
        </p:nvSpPr>
        <p:spPr>
          <a:xfrm>
            <a:off x="713224" y="3815588"/>
            <a:ext cx="2305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0" name="Google Shape;2570;p30"/>
          <p:cNvSpPr txBox="1"/>
          <p:nvPr>
            <p:ph idx="3" type="subTitle"/>
          </p:nvPr>
        </p:nvSpPr>
        <p:spPr>
          <a:xfrm>
            <a:off x="3419250" y="3815588"/>
            <a:ext cx="2305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1" name="Google Shape;2571;p30"/>
          <p:cNvSpPr txBox="1"/>
          <p:nvPr>
            <p:ph idx="4" type="subTitle"/>
          </p:nvPr>
        </p:nvSpPr>
        <p:spPr>
          <a:xfrm>
            <a:off x="3419250" y="2269375"/>
            <a:ext cx="2305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2" name="Google Shape;2572;p30"/>
          <p:cNvSpPr txBox="1"/>
          <p:nvPr>
            <p:ph hasCustomPrompt="1" idx="5" type="title"/>
          </p:nvPr>
        </p:nvSpPr>
        <p:spPr>
          <a:xfrm>
            <a:off x="1415375" y="1559500"/>
            <a:ext cx="9012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3" name="Google Shape;2573;p30"/>
          <p:cNvSpPr txBox="1"/>
          <p:nvPr>
            <p:ph hasCustomPrompt="1" idx="6" type="title"/>
          </p:nvPr>
        </p:nvSpPr>
        <p:spPr>
          <a:xfrm>
            <a:off x="4121400" y="3105800"/>
            <a:ext cx="9012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4" name="Google Shape;2574;p30"/>
          <p:cNvSpPr txBox="1"/>
          <p:nvPr>
            <p:ph hasCustomPrompt="1" idx="7" type="title"/>
          </p:nvPr>
        </p:nvSpPr>
        <p:spPr>
          <a:xfrm>
            <a:off x="1415375" y="3105800"/>
            <a:ext cx="9012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5" name="Google Shape;2575;p30"/>
          <p:cNvSpPr txBox="1"/>
          <p:nvPr>
            <p:ph hasCustomPrompt="1" idx="8" type="title"/>
          </p:nvPr>
        </p:nvSpPr>
        <p:spPr>
          <a:xfrm>
            <a:off x="4121400" y="1559500"/>
            <a:ext cx="9012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6" name="Google Shape;2576;p30"/>
          <p:cNvSpPr txBox="1"/>
          <p:nvPr>
            <p:ph idx="9" type="subTitle"/>
          </p:nvPr>
        </p:nvSpPr>
        <p:spPr>
          <a:xfrm>
            <a:off x="6125276" y="3815588"/>
            <a:ext cx="2305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7" name="Google Shape;2577;p30"/>
          <p:cNvSpPr txBox="1"/>
          <p:nvPr>
            <p:ph idx="13" type="subTitle"/>
          </p:nvPr>
        </p:nvSpPr>
        <p:spPr>
          <a:xfrm>
            <a:off x="6125276" y="2269375"/>
            <a:ext cx="2305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8" name="Google Shape;2578;p30"/>
          <p:cNvSpPr txBox="1"/>
          <p:nvPr>
            <p:ph hasCustomPrompt="1" idx="14" type="title"/>
          </p:nvPr>
        </p:nvSpPr>
        <p:spPr>
          <a:xfrm>
            <a:off x="6827425" y="3105800"/>
            <a:ext cx="9012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9" name="Google Shape;2579;p30"/>
          <p:cNvSpPr txBox="1"/>
          <p:nvPr>
            <p:ph hasCustomPrompt="1" idx="15" type="title"/>
          </p:nvPr>
        </p:nvSpPr>
        <p:spPr>
          <a:xfrm>
            <a:off x="6827425" y="1559500"/>
            <a:ext cx="901200" cy="38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0" name="Google Shape;2580;p30"/>
          <p:cNvSpPr txBox="1"/>
          <p:nvPr>
            <p:ph idx="16" type="subTitle"/>
          </p:nvPr>
        </p:nvSpPr>
        <p:spPr>
          <a:xfrm>
            <a:off x="713225" y="20641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1" name="Google Shape;2581;p30"/>
          <p:cNvSpPr txBox="1"/>
          <p:nvPr>
            <p:ph idx="17" type="subTitle"/>
          </p:nvPr>
        </p:nvSpPr>
        <p:spPr>
          <a:xfrm>
            <a:off x="713225" y="361039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2" name="Google Shape;2582;p30"/>
          <p:cNvSpPr txBox="1"/>
          <p:nvPr>
            <p:ph idx="18" type="subTitle"/>
          </p:nvPr>
        </p:nvSpPr>
        <p:spPr>
          <a:xfrm>
            <a:off x="3419250" y="361039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3" name="Google Shape;2583;p30"/>
          <p:cNvSpPr txBox="1"/>
          <p:nvPr>
            <p:ph idx="19" type="subTitle"/>
          </p:nvPr>
        </p:nvSpPr>
        <p:spPr>
          <a:xfrm>
            <a:off x="3419250" y="20641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4" name="Google Shape;2584;p30"/>
          <p:cNvSpPr txBox="1"/>
          <p:nvPr>
            <p:ph idx="20" type="subTitle"/>
          </p:nvPr>
        </p:nvSpPr>
        <p:spPr>
          <a:xfrm>
            <a:off x="6125275" y="3610398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5" name="Google Shape;2585;p30"/>
          <p:cNvSpPr txBox="1"/>
          <p:nvPr>
            <p:ph idx="21" type="subTitle"/>
          </p:nvPr>
        </p:nvSpPr>
        <p:spPr>
          <a:xfrm>
            <a:off x="6125275" y="20641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31"/>
          <p:cNvSpPr txBox="1"/>
          <p:nvPr>
            <p:ph type="title"/>
          </p:nvPr>
        </p:nvSpPr>
        <p:spPr>
          <a:xfrm>
            <a:off x="2514750" y="3724436"/>
            <a:ext cx="41148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88" name="Google Shape;2588;p31"/>
          <p:cNvSpPr txBox="1"/>
          <p:nvPr>
            <p:ph idx="1" type="subTitle"/>
          </p:nvPr>
        </p:nvSpPr>
        <p:spPr>
          <a:xfrm>
            <a:off x="713225" y="1463586"/>
            <a:ext cx="7717500" cy="21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589" name="Google Shape;2589;p31"/>
          <p:cNvGrpSpPr/>
          <p:nvPr/>
        </p:nvGrpSpPr>
        <p:grpSpPr>
          <a:xfrm>
            <a:off x="-1022217" y="-1305733"/>
            <a:ext cx="11188434" cy="3825856"/>
            <a:chOff x="-1022217" y="-848533"/>
            <a:chExt cx="11188434" cy="3825856"/>
          </a:xfrm>
        </p:grpSpPr>
        <p:grpSp>
          <p:nvGrpSpPr>
            <p:cNvPr id="2590" name="Google Shape;2590;p31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2591" name="Google Shape;2591;p31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31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31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31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31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31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31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31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31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31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31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31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3" name="Google Shape;2603;p31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4" name="Google Shape;2604;p31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31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31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31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31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9" name="Google Shape;2609;p31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0" name="Google Shape;2610;p31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1" name="Google Shape;2611;p31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2" name="Google Shape;2612;p31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3" name="Google Shape;2613;p31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4" name="Google Shape;2614;p31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31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31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31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31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9" name="Google Shape;2619;p31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0" name="Google Shape;2620;p31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1" name="Google Shape;2621;p31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2" name="Google Shape;2622;p31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3" name="Google Shape;2623;p31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4" name="Google Shape;2624;p31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5" name="Google Shape;2625;p31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6" name="Google Shape;2626;p31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7" name="Google Shape;2627;p31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8" name="Google Shape;2628;p31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9" name="Google Shape;2629;p31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0" name="Google Shape;2630;p31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1" name="Google Shape;2631;p31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2" name="Google Shape;2632;p31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3" name="Google Shape;2633;p31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4" name="Google Shape;2634;p31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5" name="Google Shape;2635;p31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6" name="Google Shape;2636;p31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7" name="Google Shape;2637;p31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8" name="Google Shape;2638;p31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9" name="Google Shape;2639;p31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0" name="Google Shape;2640;p31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31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31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31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31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31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6" name="Google Shape;2646;p31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7" name="Google Shape;2647;p31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31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31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0" name="Google Shape;2650;p31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1" name="Google Shape;2651;p31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2" name="Google Shape;2652;p31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3" name="Google Shape;2653;p31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4" name="Google Shape;2654;p31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5" name="Google Shape;2655;p31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6" name="Google Shape;2656;p31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7" name="Google Shape;2657;p31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8" name="Google Shape;2658;p31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9" name="Google Shape;2659;p31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0" name="Google Shape;2660;p31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1" name="Google Shape;2661;p31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2" name="Google Shape;2662;p31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3" name="Google Shape;2663;p31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4" name="Google Shape;2664;p31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5" name="Google Shape;2665;p31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6" name="Google Shape;2666;p31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7" name="Google Shape;2667;p31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8" name="Google Shape;2668;p31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9" name="Google Shape;2669;p31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0" name="Google Shape;2670;p31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1" name="Google Shape;2671;p31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2" name="Google Shape;2672;p31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3" name="Google Shape;2673;p31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4" name="Google Shape;2674;p31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5" name="Google Shape;2675;p31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6" name="Google Shape;2676;p31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7" name="Google Shape;2677;p31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31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31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31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1" name="Google Shape;2681;p31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2682" name="Google Shape;2682;p31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31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31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31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31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7" name="Google Shape;2687;p31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8" name="Google Shape;2688;p31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31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31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31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31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31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31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31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31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31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8" name="Google Shape;2698;p31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9" name="Google Shape;2699;p31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0" name="Google Shape;2700;p31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1" name="Google Shape;2701;p31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2" name="Google Shape;2702;p31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3" name="Google Shape;2703;p31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4" name="Google Shape;2704;p31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5" name="Google Shape;2705;p31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6" name="Google Shape;2706;p31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31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31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9" name="Google Shape;2709;p31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0" name="Google Shape;2710;p31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1" name="Google Shape;2711;p31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2" name="Google Shape;2712;p31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3" name="Google Shape;2713;p31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4" name="Google Shape;2714;p31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5" name="Google Shape;2715;p31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6" name="Google Shape;2716;p31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31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31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7" name="Google Shape;2737;p31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31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31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31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31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31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3" name="Google Shape;2743;p31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31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31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31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31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31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31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0" name="Google Shape;2750;p31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31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2" name="Google Shape;2752;p31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31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31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31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31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31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31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31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31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31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31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31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31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31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31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31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8" name="Google Shape;2768;p31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31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31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31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3" name="Google Shape;2773;p32"/>
          <p:cNvGrpSpPr/>
          <p:nvPr/>
        </p:nvGrpSpPr>
        <p:grpSpPr>
          <a:xfrm flipH="1">
            <a:off x="7012893" y="-850730"/>
            <a:ext cx="2835779" cy="2780448"/>
            <a:chOff x="1400775" y="920275"/>
            <a:chExt cx="1637475" cy="1605525"/>
          </a:xfrm>
        </p:grpSpPr>
        <p:sp>
          <p:nvSpPr>
            <p:cNvPr id="2774" name="Google Shape;2774;p32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2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2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2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2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2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2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2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2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2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2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2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2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2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2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2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2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2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2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2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2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2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2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2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2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2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2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2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2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2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2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2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2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2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2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2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2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2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2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2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2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2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2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2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2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2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2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2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2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2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2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2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2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2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2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2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2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2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2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2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2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2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2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2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2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2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2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2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2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2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2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2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2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2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2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2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32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32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2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2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2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2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2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2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2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32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32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2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2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2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4" name="Google Shape;2864;p32"/>
          <p:cNvGrpSpPr/>
          <p:nvPr/>
        </p:nvGrpSpPr>
        <p:grpSpPr>
          <a:xfrm flipH="1" rot="10800000">
            <a:off x="-704660" y="3218346"/>
            <a:ext cx="2835779" cy="2780448"/>
            <a:chOff x="1400775" y="920275"/>
            <a:chExt cx="1637475" cy="1605525"/>
          </a:xfrm>
        </p:grpSpPr>
        <p:sp>
          <p:nvSpPr>
            <p:cNvPr id="2865" name="Google Shape;2865;p32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32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32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32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32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32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2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2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2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2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2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2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2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2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2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2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2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2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2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2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2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2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2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2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2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2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2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2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2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2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2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2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2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2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2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2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2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2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2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2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2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2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2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2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2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2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2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2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2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2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2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2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2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2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2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2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2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2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2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2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2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32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2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2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32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2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2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2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2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2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2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2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2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2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2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2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2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2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2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2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2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2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2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2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2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2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2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2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2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2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5" name="Google Shape;2955;p32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6" name="Google Shape;2956;p32"/>
          <p:cNvSpPr txBox="1"/>
          <p:nvPr>
            <p:ph idx="1" type="subTitle"/>
          </p:nvPr>
        </p:nvSpPr>
        <p:spPr>
          <a:xfrm>
            <a:off x="937625" y="28765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57" name="Google Shape;2957;p32"/>
          <p:cNvSpPr txBox="1"/>
          <p:nvPr>
            <p:ph idx="2" type="subTitle"/>
          </p:nvPr>
        </p:nvSpPr>
        <p:spPr>
          <a:xfrm>
            <a:off x="3484346" y="28765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58" name="Google Shape;2958;p32"/>
          <p:cNvSpPr txBox="1"/>
          <p:nvPr>
            <p:ph idx="3" type="subTitle"/>
          </p:nvPr>
        </p:nvSpPr>
        <p:spPr>
          <a:xfrm>
            <a:off x="6031074" y="28765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59" name="Google Shape;2959;p32"/>
          <p:cNvSpPr txBox="1"/>
          <p:nvPr>
            <p:ph idx="4" type="subTitle"/>
          </p:nvPr>
        </p:nvSpPr>
        <p:spPr>
          <a:xfrm>
            <a:off x="937625" y="2571750"/>
            <a:ext cx="2175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0" name="Google Shape;2960;p32"/>
          <p:cNvSpPr txBox="1"/>
          <p:nvPr>
            <p:ph idx="5" type="subTitle"/>
          </p:nvPr>
        </p:nvSpPr>
        <p:spPr>
          <a:xfrm>
            <a:off x="3484347" y="2571750"/>
            <a:ext cx="2175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1" name="Google Shape;2961;p32"/>
          <p:cNvSpPr txBox="1"/>
          <p:nvPr>
            <p:ph idx="6" type="subTitle"/>
          </p:nvPr>
        </p:nvSpPr>
        <p:spPr>
          <a:xfrm>
            <a:off x="6031075" y="2571750"/>
            <a:ext cx="2175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962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3" name="Google Shape;2963;p33"/>
          <p:cNvGrpSpPr/>
          <p:nvPr/>
        </p:nvGrpSpPr>
        <p:grpSpPr>
          <a:xfrm flipH="1" rot="1799983">
            <a:off x="7282461" y="-783041"/>
            <a:ext cx="2835804" cy="2780472"/>
            <a:chOff x="1400775" y="920275"/>
            <a:chExt cx="1637475" cy="1605525"/>
          </a:xfrm>
        </p:grpSpPr>
        <p:sp>
          <p:nvSpPr>
            <p:cNvPr id="2964" name="Google Shape;2964;p33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33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33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33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33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33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33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33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33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33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33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33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33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33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33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33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33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33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33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33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3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3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3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3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3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3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3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3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3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3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3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3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3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3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3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3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33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33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33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33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33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33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33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33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33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3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3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3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3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3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3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3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3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33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3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3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3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3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3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3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4" name="Google Shape;3054;p33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5" name="Google Shape;3055;p33"/>
          <p:cNvSpPr txBox="1"/>
          <p:nvPr>
            <p:ph idx="1" type="subTitle"/>
          </p:nvPr>
        </p:nvSpPr>
        <p:spPr>
          <a:xfrm>
            <a:off x="720025" y="1575292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56" name="Google Shape;3056;p33"/>
          <p:cNvSpPr txBox="1"/>
          <p:nvPr>
            <p:ph idx="2" type="subTitle"/>
          </p:nvPr>
        </p:nvSpPr>
        <p:spPr>
          <a:xfrm>
            <a:off x="720025" y="277167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57" name="Google Shape;3057;p33"/>
          <p:cNvSpPr txBox="1"/>
          <p:nvPr>
            <p:ph idx="3" type="subTitle"/>
          </p:nvPr>
        </p:nvSpPr>
        <p:spPr>
          <a:xfrm>
            <a:off x="720025" y="3968375"/>
            <a:ext cx="7704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58" name="Google Shape;3058;p33"/>
          <p:cNvSpPr txBox="1"/>
          <p:nvPr>
            <p:ph idx="4" type="subTitle"/>
          </p:nvPr>
        </p:nvSpPr>
        <p:spPr>
          <a:xfrm>
            <a:off x="720025" y="1199707"/>
            <a:ext cx="77040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59" name="Google Shape;3059;p33"/>
          <p:cNvSpPr txBox="1"/>
          <p:nvPr>
            <p:ph idx="5" type="subTitle"/>
          </p:nvPr>
        </p:nvSpPr>
        <p:spPr>
          <a:xfrm>
            <a:off x="720025" y="2390675"/>
            <a:ext cx="7704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60" name="Google Shape;3060;p33"/>
          <p:cNvSpPr txBox="1"/>
          <p:nvPr>
            <p:ph idx="6" type="subTitle"/>
          </p:nvPr>
        </p:nvSpPr>
        <p:spPr>
          <a:xfrm>
            <a:off x="720025" y="3587375"/>
            <a:ext cx="7704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3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63" name="Google Shape;3063;p34"/>
          <p:cNvSpPr txBox="1"/>
          <p:nvPr>
            <p:ph idx="1" type="subTitle"/>
          </p:nvPr>
        </p:nvSpPr>
        <p:spPr>
          <a:xfrm>
            <a:off x="1294385" y="1642475"/>
            <a:ext cx="71322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64" name="Google Shape;3064;p34"/>
          <p:cNvSpPr txBox="1"/>
          <p:nvPr>
            <p:ph idx="2" type="subTitle"/>
          </p:nvPr>
        </p:nvSpPr>
        <p:spPr>
          <a:xfrm>
            <a:off x="1294385" y="2807975"/>
            <a:ext cx="71322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65" name="Google Shape;3065;p34"/>
          <p:cNvSpPr txBox="1"/>
          <p:nvPr>
            <p:ph idx="3" type="subTitle"/>
          </p:nvPr>
        </p:nvSpPr>
        <p:spPr>
          <a:xfrm>
            <a:off x="1294385" y="3928475"/>
            <a:ext cx="71322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66" name="Google Shape;3066;p34"/>
          <p:cNvSpPr txBox="1"/>
          <p:nvPr>
            <p:ph idx="4" type="subTitle"/>
          </p:nvPr>
        </p:nvSpPr>
        <p:spPr>
          <a:xfrm>
            <a:off x="1294375" y="1406675"/>
            <a:ext cx="7132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67" name="Google Shape;3067;p34"/>
          <p:cNvSpPr txBox="1"/>
          <p:nvPr>
            <p:ph idx="5" type="subTitle"/>
          </p:nvPr>
        </p:nvSpPr>
        <p:spPr>
          <a:xfrm>
            <a:off x="1294375" y="2527175"/>
            <a:ext cx="7132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68" name="Google Shape;3068;p34"/>
          <p:cNvSpPr txBox="1"/>
          <p:nvPr>
            <p:ph idx="6" type="subTitle"/>
          </p:nvPr>
        </p:nvSpPr>
        <p:spPr>
          <a:xfrm>
            <a:off x="1294375" y="3647775"/>
            <a:ext cx="7132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069" name="Google Shape;3069;p34"/>
          <p:cNvGrpSpPr/>
          <p:nvPr/>
        </p:nvGrpSpPr>
        <p:grpSpPr>
          <a:xfrm flipH="1">
            <a:off x="7012893" y="-850730"/>
            <a:ext cx="2835779" cy="2780448"/>
            <a:chOff x="1400775" y="920275"/>
            <a:chExt cx="1637475" cy="1605525"/>
          </a:xfrm>
        </p:grpSpPr>
        <p:sp>
          <p:nvSpPr>
            <p:cNvPr id="3070" name="Google Shape;3070;p34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34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34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34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34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34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34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34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34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34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34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34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34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34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34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34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34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34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34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34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34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34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4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4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4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4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4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34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34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34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160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1" name="Google Shape;3161;p35"/>
          <p:cNvGrpSpPr/>
          <p:nvPr/>
        </p:nvGrpSpPr>
        <p:grpSpPr>
          <a:xfrm flipH="1">
            <a:off x="7012893" y="-850730"/>
            <a:ext cx="2835779" cy="2780448"/>
            <a:chOff x="1400775" y="920275"/>
            <a:chExt cx="1637475" cy="1605525"/>
          </a:xfrm>
        </p:grpSpPr>
        <p:sp>
          <p:nvSpPr>
            <p:cNvPr id="3162" name="Google Shape;3162;p35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35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35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35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35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35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35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35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35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35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35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35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35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35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35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35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35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35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35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35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35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35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5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5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35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35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2" name="Google Shape;3252;p35"/>
          <p:cNvGrpSpPr/>
          <p:nvPr/>
        </p:nvGrpSpPr>
        <p:grpSpPr>
          <a:xfrm flipH="1" rot="10800000">
            <a:off x="-704660" y="3218346"/>
            <a:ext cx="2835779" cy="2780448"/>
            <a:chOff x="1400775" y="920275"/>
            <a:chExt cx="1637475" cy="1605525"/>
          </a:xfrm>
        </p:grpSpPr>
        <p:sp>
          <p:nvSpPr>
            <p:cNvPr id="3253" name="Google Shape;3253;p35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35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35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35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35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35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35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35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35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3" name="Google Shape;3343;p3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44" name="Google Shape;3344;p35"/>
          <p:cNvSpPr txBox="1"/>
          <p:nvPr>
            <p:ph idx="1" type="subTitle"/>
          </p:nvPr>
        </p:nvSpPr>
        <p:spPr>
          <a:xfrm>
            <a:off x="1786244" y="1884875"/>
            <a:ext cx="25602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5" name="Google Shape;3345;p35"/>
          <p:cNvSpPr txBox="1"/>
          <p:nvPr>
            <p:ph idx="2" type="subTitle"/>
          </p:nvPr>
        </p:nvSpPr>
        <p:spPr>
          <a:xfrm>
            <a:off x="5499466" y="1884875"/>
            <a:ext cx="25602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6" name="Google Shape;3346;p35"/>
          <p:cNvSpPr txBox="1"/>
          <p:nvPr>
            <p:ph idx="3" type="subTitle"/>
          </p:nvPr>
        </p:nvSpPr>
        <p:spPr>
          <a:xfrm>
            <a:off x="1786244" y="3468875"/>
            <a:ext cx="25602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7" name="Google Shape;3347;p35"/>
          <p:cNvSpPr txBox="1"/>
          <p:nvPr>
            <p:ph idx="4" type="subTitle"/>
          </p:nvPr>
        </p:nvSpPr>
        <p:spPr>
          <a:xfrm>
            <a:off x="5499466" y="3468875"/>
            <a:ext cx="25602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8" name="Google Shape;3348;p35"/>
          <p:cNvSpPr txBox="1"/>
          <p:nvPr>
            <p:ph idx="5" type="subTitle"/>
          </p:nvPr>
        </p:nvSpPr>
        <p:spPr>
          <a:xfrm>
            <a:off x="1786244" y="1656275"/>
            <a:ext cx="25602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49" name="Google Shape;3349;p35"/>
          <p:cNvSpPr txBox="1"/>
          <p:nvPr>
            <p:ph idx="6" type="subTitle"/>
          </p:nvPr>
        </p:nvSpPr>
        <p:spPr>
          <a:xfrm>
            <a:off x="5499466" y="1656275"/>
            <a:ext cx="25602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50" name="Google Shape;3350;p35"/>
          <p:cNvSpPr txBox="1"/>
          <p:nvPr>
            <p:ph idx="7" type="subTitle"/>
          </p:nvPr>
        </p:nvSpPr>
        <p:spPr>
          <a:xfrm>
            <a:off x="1786244" y="3240275"/>
            <a:ext cx="25602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51" name="Google Shape;3351;p35"/>
          <p:cNvSpPr txBox="1"/>
          <p:nvPr>
            <p:ph idx="8" type="subTitle"/>
          </p:nvPr>
        </p:nvSpPr>
        <p:spPr>
          <a:xfrm>
            <a:off x="5499466" y="3240275"/>
            <a:ext cx="25602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_1"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3" name="Google Shape;3353;p36"/>
          <p:cNvGrpSpPr/>
          <p:nvPr/>
        </p:nvGrpSpPr>
        <p:grpSpPr>
          <a:xfrm flipH="1" rot="1799983">
            <a:off x="7282461" y="-783041"/>
            <a:ext cx="2835804" cy="2780472"/>
            <a:chOff x="1400775" y="920275"/>
            <a:chExt cx="1637475" cy="1605525"/>
          </a:xfrm>
        </p:grpSpPr>
        <p:sp>
          <p:nvSpPr>
            <p:cNvPr id="3354" name="Google Shape;3354;p36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4" name="Google Shape;3444;p3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45" name="Google Shape;3445;p36"/>
          <p:cNvSpPr txBox="1"/>
          <p:nvPr>
            <p:ph idx="1" type="subTitle"/>
          </p:nvPr>
        </p:nvSpPr>
        <p:spPr>
          <a:xfrm>
            <a:off x="713225" y="2348950"/>
            <a:ext cx="201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46" name="Google Shape;3446;p36"/>
          <p:cNvSpPr txBox="1"/>
          <p:nvPr>
            <p:ph idx="2" type="subTitle"/>
          </p:nvPr>
        </p:nvSpPr>
        <p:spPr>
          <a:xfrm>
            <a:off x="713225" y="3971363"/>
            <a:ext cx="201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47" name="Google Shape;3447;p36"/>
          <p:cNvSpPr txBox="1"/>
          <p:nvPr>
            <p:ph idx="3" type="subTitle"/>
          </p:nvPr>
        </p:nvSpPr>
        <p:spPr>
          <a:xfrm>
            <a:off x="3566100" y="3971363"/>
            <a:ext cx="201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48" name="Google Shape;3448;p36"/>
          <p:cNvSpPr txBox="1"/>
          <p:nvPr>
            <p:ph idx="4" type="subTitle"/>
          </p:nvPr>
        </p:nvSpPr>
        <p:spPr>
          <a:xfrm>
            <a:off x="3566100" y="2348950"/>
            <a:ext cx="201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49" name="Google Shape;3449;p36"/>
          <p:cNvSpPr txBox="1"/>
          <p:nvPr>
            <p:ph idx="5" type="subTitle"/>
          </p:nvPr>
        </p:nvSpPr>
        <p:spPr>
          <a:xfrm>
            <a:off x="6418115" y="3971363"/>
            <a:ext cx="201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50" name="Google Shape;3450;p36"/>
          <p:cNvSpPr txBox="1"/>
          <p:nvPr>
            <p:ph idx="6" type="subTitle"/>
          </p:nvPr>
        </p:nvSpPr>
        <p:spPr>
          <a:xfrm>
            <a:off x="6418115" y="2348950"/>
            <a:ext cx="201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51" name="Google Shape;3451;p36"/>
          <p:cNvSpPr txBox="1"/>
          <p:nvPr>
            <p:ph idx="7" type="subTitle"/>
          </p:nvPr>
        </p:nvSpPr>
        <p:spPr>
          <a:xfrm>
            <a:off x="713225" y="2044150"/>
            <a:ext cx="201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2" name="Google Shape;3452;p36"/>
          <p:cNvSpPr txBox="1"/>
          <p:nvPr>
            <p:ph idx="8" type="subTitle"/>
          </p:nvPr>
        </p:nvSpPr>
        <p:spPr>
          <a:xfrm>
            <a:off x="713225" y="3666573"/>
            <a:ext cx="201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3" name="Google Shape;3453;p36"/>
          <p:cNvSpPr txBox="1"/>
          <p:nvPr>
            <p:ph idx="9" type="subTitle"/>
          </p:nvPr>
        </p:nvSpPr>
        <p:spPr>
          <a:xfrm>
            <a:off x="3566100" y="3666573"/>
            <a:ext cx="201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4" name="Google Shape;3454;p36"/>
          <p:cNvSpPr txBox="1"/>
          <p:nvPr>
            <p:ph idx="13" type="subTitle"/>
          </p:nvPr>
        </p:nvSpPr>
        <p:spPr>
          <a:xfrm>
            <a:off x="3566100" y="2044150"/>
            <a:ext cx="201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5" name="Google Shape;3455;p36"/>
          <p:cNvSpPr txBox="1"/>
          <p:nvPr>
            <p:ph idx="14" type="subTitle"/>
          </p:nvPr>
        </p:nvSpPr>
        <p:spPr>
          <a:xfrm>
            <a:off x="6418115" y="3666573"/>
            <a:ext cx="201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6" name="Google Shape;3456;p36"/>
          <p:cNvSpPr txBox="1"/>
          <p:nvPr>
            <p:ph idx="15" type="subTitle"/>
          </p:nvPr>
        </p:nvSpPr>
        <p:spPr>
          <a:xfrm>
            <a:off x="6418115" y="2044150"/>
            <a:ext cx="201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457" name="Shape 3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8" name="Google Shape;3458;p37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9" name="Google Shape;3459;p37"/>
          <p:cNvSpPr txBox="1"/>
          <p:nvPr>
            <p:ph idx="1" type="subTitle"/>
          </p:nvPr>
        </p:nvSpPr>
        <p:spPr>
          <a:xfrm>
            <a:off x="713125" y="1979700"/>
            <a:ext cx="771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60" name="Google Shape;3460;p37"/>
          <p:cNvSpPr txBox="1"/>
          <p:nvPr/>
        </p:nvSpPr>
        <p:spPr>
          <a:xfrm>
            <a:off x="2194575" y="3778175"/>
            <a:ext cx="4754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,</a:t>
            </a: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and includes icons by</a:t>
            </a:r>
            <a:r>
              <a:rPr b="1"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,</a:t>
            </a: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and infographics &amp; images by </a:t>
            </a:r>
            <a:r>
              <a:rPr b="1" lang="en" sz="1200">
                <a:solidFill>
                  <a:schemeClr val="accent6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b="1"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461" name="Google Shape;3461;p37"/>
          <p:cNvGrpSpPr/>
          <p:nvPr/>
        </p:nvGrpSpPr>
        <p:grpSpPr>
          <a:xfrm>
            <a:off x="-1022217" y="-1305733"/>
            <a:ext cx="11188434" cy="3825856"/>
            <a:chOff x="-1022217" y="-848533"/>
            <a:chExt cx="11188434" cy="3825856"/>
          </a:xfrm>
        </p:grpSpPr>
        <p:grpSp>
          <p:nvGrpSpPr>
            <p:cNvPr id="3462" name="Google Shape;3462;p37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3463" name="Google Shape;3463;p37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4" name="Google Shape;3464;p37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37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37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37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37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37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37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37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37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37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37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37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37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37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8" name="Google Shape;3478;p37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9" name="Google Shape;3479;p37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0" name="Google Shape;3480;p37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1" name="Google Shape;3481;p37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2" name="Google Shape;3482;p37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3" name="Google Shape;3483;p37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4" name="Google Shape;3484;p37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5" name="Google Shape;3485;p37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6" name="Google Shape;3486;p37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7" name="Google Shape;3487;p37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8" name="Google Shape;3488;p37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9" name="Google Shape;3489;p37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0" name="Google Shape;3490;p37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1" name="Google Shape;3491;p37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2" name="Google Shape;3492;p37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3" name="Google Shape;3493;p37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4" name="Google Shape;3494;p37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5" name="Google Shape;3495;p37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6" name="Google Shape;3496;p37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7" name="Google Shape;3497;p37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8" name="Google Shape;3498;p37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9" name="Google Shape;3499;p37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0" name="Google Shape;3500;p37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1" name="Google Shape;3501;p37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37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37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37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37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37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7" name="Google Shape;3507;p37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8" name="Google Shape;3508;p37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37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37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37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37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37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37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37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37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37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37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37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37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37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2" name="Google Shape;3522;p37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3" name="Google Shape;3523;p37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37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37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37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37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37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37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37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1" name="Google Shape;3531;p37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2" name="Google Shape;3532;p37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3" name="Google Shape;3533;p37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4" name="Google Shape;3534;p37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5" name="Google Shape;3535;p37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6" name="Google Shape;3536;p37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7" name="Google Shape;3537;p37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8" name="Google Shape;3538;p37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9" name="Google Shape;3539;p37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0" name="Google Shape;3540;p37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1" name="Google Shape;3541;p37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2" name="Google Shape;3542;p37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3" name="Google Shape;3543;p37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4" name="Google Shape;3544;p37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5" name="Google Shape;3545;p37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6" name="Google Shape;3546;p37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7" name="Google Shape;3547;p37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8" name="Google Shape;3548;p37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37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37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37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37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53" name="Google Shape;3553;p37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3554" name="Google Shape;3554;p37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37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37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37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37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37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37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37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37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37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37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37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37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37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37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37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37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37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37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37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37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37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37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37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37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37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37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37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37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37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37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37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37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37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8" name="Google Shape;3588;p37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9" name="Google Shape;3589;p37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37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37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37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37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4" name="Google Shape;3594;p37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5" name="Google Shape;3595;p37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37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37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8" name="Google Shape;3598;p37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9" name="Google Shape;3599;p37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0" name="Google Shape;3600;p37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37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37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37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37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37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37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37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p37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37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37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37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37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3" name="Google Shape;3613;p37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4" name="Google Shape;3614;p37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37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37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7" name="Google Shape;3617;p37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8" name="Google Shape;3618;p37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9" name="Google Shape;3619;p37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0" name="Google Shape;3620;p37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37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37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37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37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37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6" name="Google Shape;3626;p37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37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8" name="Google Shape;3628;p37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9" name="Google Shape;3629;p37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0" name="Google Shape;3630;p37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1" name="Google Shape;3631;p37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2" name="Google Shape;3632;p37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37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37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37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37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7" name="Google Shape;3637;p37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8" name="Google Shape;3638;p37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37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37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37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2" name="Google Shape;3642;p37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3" name="Google Shape;3643;p37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44" name="Google Shape;3644;p37"/>
          <p:cNvGrpSpPr/>
          <p:nvPr/>
        </p:nvGrpSpPr>
        <p:grpSpPr>
          <a:xfrm flipH="1" rot="10800000">
            <a:off x="-1022217" y="2613042"/>
            <a:ext cx="11188434" cy="3825856"/>
            <a:chOff x="-1022217" y="-848533"/>
            <a:chExt cx="11188434" cy="3825856"/>
          </a:xfrm>
        </p:grpSpPr>
        <p:grpSp>
          <p:nvGrpSpPr>
            <p:cNvPr id="3645" name="Google Shape;3645;p37"/>
            <p:cNvGrpSpPr/>
            <p:nvPr/>
          </p:nvGrpSpPr>
          <p:grpSpPr>
            <a:xfrm rot="-1799983">
              <a:off x="-517064" y="-325841"/>
              <a:ext cx="2835804" cy="2780472"/>
              <a:chOff x="1400775" y="920275"/>
              <a:chExt cx="1637475" cy="1605525"/>
            </a:xfrm>
          </p:grpSpPr>
          <p:sp>
            <p:nvSpPr>
              <p:cNvPr id="3646" name="Google Shape;3646;p37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37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37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37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37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1" name="Google Shape;3651;p37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37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37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4" name="Google Shape;3654;p37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5" name="Google Shape;3655;p37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6" name="Google Shape;3656;p37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7" name="Google Shape;3657;p37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37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37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37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37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2" name="Google Shape;3662;p37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3" name="Google Shape;3663;p37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37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37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6" name="Google Shape;3666;p37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7" name="Google Shape;3667;p37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37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9" name="Google Shape;3669;p37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37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37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37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37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37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5" name="Google Shape;3675;p37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37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37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8" name="Google Shape;3678;p37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9" name="Google Shape;3679;p37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37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37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37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37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37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37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6" name="Google Shape;3686;p37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7" name="Google Shape;3687;p37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8" name="Google Shape;3688;p37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9" name="Google Shape;3689;p37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0" name="Google Shape;3690;p37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1" name="Google Shape;3691;p37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37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3" name="Google Shape;3693;p37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4" name="Google Shape;3694;p37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37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37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7" name="Google Shape;3697;p37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8" name="Google Shape;3698;p37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37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37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37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2" name="Google Shape;3702;p37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3" name="Google Shape;3703;p37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4" name="Google Shape;3704;p37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5" name="Google Shape;3705;p37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6" name="Google Shape;3706;p37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7" name="Google Shape;3707;p37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8" name="Google Shape;3708;p37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37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37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1" name="Google Shape;3711;p37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2" name="Google Shape;3712;p37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3" name="Google Shape;3713;p37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4" name="Google Shape;3714;p37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37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37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37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37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9" name="Google Shape;3719;p37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0" name="Google Shape;3720;p37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37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37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37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37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5" name="Google Shape;3725;p37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6" name="Google Shape;3726;p37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7" name="Google Shape;3727;p37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8" name="Google Shape;3728;p37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9" name="Google Shape;3729;p37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0" name="Google Shape;3730;p37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1" name="Google Shape;3731;p37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37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37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37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37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36" name="Google Shape;3736;p37"/>
            <p:cNvGrpSpPr/>
            <p:nvPr/>
          </p:nvGrpSpPr>
          <p:grpSpPr>
            <a:xfrm flipH="1" rot="1799983">
              <a:off x="6825261" y="-325841"/>
              <a:ext cx="2835804" cy="2780472"/>
              <a:chOff x="1400775" y="920275"/>
              <a:chExt cx="1637475" cy="1605525"/>
            </a:xfrm>
          </p:grpSpPr>
          <p:sp>
            <p:nvSpPr>
              <p:cNvPr id="3737" name="Google Shape;3737;p37"/>
              <p:cNvSpPr/>
              <p:nvPr/>
            </p:nvSpPr>
            <p:spPr>
              <a:xfrm>
                <a:off x="2472400" y="990525"/>
                <a:ext cx="16925" cy="247025"/>
              </a:xfrm>
              <a:custGeom>
                <a:rect b="b" l="l" r="r" t="t"/>
                <a:pathLst>
                  <a:path extrusionOk="0" h="9881" w="677">
                    <a:moveTo>
                      <a:pt x="337" y="9320"/>
                    </a:moveTo>
                    <a:cubicBezTo>
                      <a:pt x="458" y="9320"/>
                      <a:pt x="558" y="9419"/>
                      <a:pt x="558" y="9540"/>
                    </a:cubicBezTo>
                    <a:cubicBezTo>
                      <a:pt x="558" y="9662"/>
                      <a:pt x="458" y="9761"/>
                      <a:pt x="337" y="9761"/>
                    </a:cubicBezTo>
                    <a:cubicBezTo>
                      <a:pt x="215" y="9761"/>
                      <a:pt x="116" y="9662"/>
                      <a:pt x="116" y="9540"/>
                    </a:cubicBezTo>
                    <a:cubicBezTo>
                      <a:pt x="116" y="9419"/>
                      <a:pt x="215" y="9320"/>
                      <a:pt x="337" y="9320"/>
                    </a:cubicBezTo>
                    <a:close/>
                    <a:moveTo>
                      <a:pt x="279" y="0"/>
                    </a:moveTo>
                    <a:lnTo>
                      <a:pt x="279" y="9206"/>
                    </a:lnTo>
                    <a:cubicBezTo>
                      <a:pt x="122" y="9237"/>
                      <a:pt x="0" y="9375"/>
                      <a:pt x="0" y="9540"/>
                    </a:cubicBezTo>
                    <a:cubicBezTo>
                      <a:pt x="0" y="9728"/>
                      <a:pt x="152" y="9880"/>
                      <a:pt x="337" y="9880"/>
                    </a:cubicBezTo>
                    <a:cubicBezTo>
                      <a:pt x="525" y="9880"/>
                      <a:pt x="676" y="9728"/>
                      <a:pt x="676" y="9540"/>
                    </a:cubicBezTo>
                    <a:cubicBezTo>
                      <a:pt x="676" y="9375"/>
                      <a:pt x="555" y="9237"/>
                      <a:pt x="398" y="9206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8" name="Google Shape;3738;p37"/>
              <p:cNvSpPr/>
              <p:nvPr/>
            </p:nvSpPr>
            <p:spPr>
              <a:xfrm>
                <a:off x="2905300" y="1457050"/>
                <a:ext cx="73250" cy="126800"/>
              </a:xfrm>
              <a:custGeom>
                <a:rect b="b" l="l" r="r" t="t"/>
                <a:pathLst>
                  <a:path extrusionOk="0" h="5072" w="2930">
                    <a:moveTo>
                      <a:pt x="337" y="4511"/>
                    </a:moveTo>
                    <a:cubicBezTo>
                      <a:pt x="459" y="4511"/>
                      <a:pt x="558" y="4610"/>
                      <a:pt x="558" y="4732"/>
                    </a:cubicBezTo>
                    <a:cubicBezTo>
                      <a:pt x="558" y="4853"/>
                      <a:pt x="459" y="4952"/>
                      <a:pt x="337" y="4952"/>
                    </a:cubicBezTo>
                    <a:cubicBezTo>
                      <a:pt x="216" y="4952"/>
                      <a:pt x="117" y="4853"/>
                      <a:pt x="117" y="4732"/>
                    </a:cubicBezTo>
                    <a:cubicBezTo>
                      <a:pt x="117" y="4610"/>
                      <a:pt x="216" y="4511"/>
                      <a:pt x="337" y="4511"/>
                    </a:cubicBezTo>
                    <a:close/>
                    <a:moveTo>
                      <a:pt x="509" y="0"/>
                    </a:moveTo>
                    <a:lnTo>
                      <a:pt x="279" y="232"/>
                    </a:lnTo>
                    <a:lnTo>
                      <a:pt x="279" y="4400"/>
                    </a:lnTo>
                    <a:cubicBezTo>
                      <a:pt x="119" y="4428"/>
                      <a:pt x="1" y="4566"/>
                      <a:pt x="1" y="4732"/>
                    </a:cubicBezTo>
                    <a:cubicBezTo>
                      <a:pt x="1" y="4919"/>
                      <a:pt x="152" y="5071"/>
                      <a:pt x="337" y="5071"/>
                    </a:cubicBezTo>
                    <a:cubicBezTo>
                      <a:pt x="525" y="5071"/>
                      <a:pt x="677" y="4919"/>
                      <a:pt x="677" y="4732"/>
                    </a:cubicBezTo>
                    <a:cubicBezTo>
                      <a:pt x="677" y="4566"/>
                      <a:pt x="556" y="4428"/>
                      <a:pt x="398" y="4400"/>
                    </a:cubicBezTo>
                    <a:lnTo>
                      <a:pt x="398" y="279"/>
                    </a:lnTo>
                    <a:lnTo>
                      <a:pt x="558" y="119"/>
                    </a:lnTo>
                    <a:lnTo>
                      <a:pt x="2930" y="119"/>
                    </a:lnTo>
                    <a:lnTo>
                      <a:pt x="293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37"/>
              <p:cNvSpPr/>
              <p:nvPr/>
            </p:nvSpPr>
            <p:spPr>
              <a:xfrm>
                <a:off x="2400400" y="1336750"/>
                <a:ext cx="16950" cy="16925"/>
              </a:xfrm>
              <a:custGeom>
                <a:rect b="b" l="l" r="r" t="t"/>
                <a:pathLst>
                  <a:path extrusionOk="0" h="677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61"/>
                      <a:pt x="340" y="561"/>
                    </a:cubicBezTo>
                    <a:cubicBezTo>
                      <a:pt x="219" y="561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2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37"/>
              <p:cNvSpPr/>
              <p:nvPr/>
            </p:nvSpPr>
            <p:spPr>
              <a:xfrm>
                <a:off x="2727800" y="1624750"/>
                <a:ext cx="310450" cy="193250"/>
              </a:xfrm>
              <a:custGeom>
                <a:rect b="b" l="l" r="r" t="t"/>
                <a:pathLst>
                  <a:path extrusionOk="0" h="7730" w="12418">
                    <a:moveTo>
                      <a:pt x="12083" y="0"/>
                    </a:moveTo>
                    <a:lnTo>
                      <a:pt x="5036" y="7100"/>
                    </a:lnTo>
                    <a:lnTo>
                      <a:pt x="710" y="7100"/>
                    </a:lnTo>
                    <a:cubicBezTo>
                      <a:pt x="638" y="7004"/>
                      <a:pt x="525" y="6940"/>
                      <a:pt x="395" y="6940"/>
                    </a:cubicBezTo>
                    <a:cubicBezTo>
                      <a:pt x="177" y="6940"/>
                      <a:pt x="1" y="7117"/>
                      <a:pt x="1" y="7335"/>
                    </a:cubicBezTo>
                    <a:cubicBezTo>
                      <a:pt x="1" y="7553"/>
                      <a:pt x="177" y="7730"/>
                      <a:pt x="395" y="7730"/>
                    </a:cubicBezTo>
                    <a:cubicBezTo>
                      <a:pt x="525" y="7730"/>
                      <a:pt x="638" y="7669"/>
                      <a:pt x="710" y="7572"/>
                    </a:cubicBezTo>
                    <a:lnTo>
                      <a:pt x="5232" y="7572"/>
                    </a:lnTo>
                    <a:lnTo>
                      <a:pt x="12417" y="331"/>
                    </a:lnTo>
                    <a:lnTo>
                      <a:pt x="120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1" name="Google Shape;3741;p37"/>
              <p:cNvSpPr/>
              <p:nvPr/>
            </p:nvSpPr>
            <p:spPr>
              <a:xfrm>
                <a:off x="2400400" y="136725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9"/>
                    </a:moveTo>
                    <a:cubicBezTo>
                      <a:pt x="462" y="119"/>
                      <a:pt x="561" y="219"/>
                      <a:pt x="561" y="340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20" y="462"/>
                      <a:pt x="120" y="340"/>
                    </a:cubicBezTo>
                    <a:cubicBezTo>
                      <a:pt x="120" y="219"/>
                      <a:pt x="219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40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2" name="Google Shape;3742;p37"/>
              <p:cNvSpPr/>
              <p:nvPr/>
            </p:nvSpPr>
            <p:spPr>
              <a:xfrm>
                <a:off x="2399025" y="1396800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37"/>
              <p:cNvSpPr/>
              <p:nvPr/>
            </p:nvSpPr>
            <p:spPr>
              <a:xfrm>
                <a:off x="2391725" y="990525"/>
                <a:ext cx="83725" cy="512775"/>
              </a:xfrm>
              <a:custGeom>
                <a:rect b="b" l="l" r="r" t="t"/>
                <a:pathLst>
                  <a:path extrusionOk="0" h="20511" w="3349">
                    <a:moveTo>
                      <a:pt x="0" y="0"/>
                    </a:moveTo>
                    <a:lnTo>
                      <a:pt x="0" y="8988"/>
                    </a:lnTo>
                    <a:lnTo>
                      <a:pt x="2716" y="11685"/>
                    </a:lnTo>
                    <a:lnTo>
                      <a:pt x="2716" y="19801"/>
                    </a:lnTo>
                    <a:cubicBezTo>
                      <a:pt x="2620" y="19873"/>
                      <a:pt x="2556" y="19986"/>
                      <a:pt x="2556" y="20116"/>
                    </a:cubicBezTo>
                    <a:cubicBezTo>
                      <a:pt x="2556" y="20334"/>
                      <a:pt x="2733" y="20511"/>
                      <a:pt x="2951" y="20511"/>
                    </a:cubicBezTo>
                    <a:cubicBezTo>
                      <a:pt x="3169" y="20511"/>
                      <a:pt x="3349" y="20334"/>
                      <a:pt x="3349" y="20116"/>
                    </a:cubicBezTo>
                    <a:cubicBezTo>
                      <a:pt x="3349" y="19986"/>
                      <a:pt x="3285" y="19873"/>
                      <a:pt x="3188" y="19801"/>
                    </a:cubicBezTo>
                    <a:lnTo>
                      <a:pt x="3188" y="11489"/>
                    </a:lnTo>
                    <a:lnTo>
                      <a:pt x="472" y="8792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37"/>
              <p:cNvSpPr/>
              <p:nvPr/>
            </p:nvSpPr>
            <p:spPr>
              <a:xfrm>
                <a:off x="2688525" y="1369200"/>
                <a:ext cx="297400" cy="472550"/>
              </a:xfrm>
              <a:custGeom>
                <a:rect b="b" l="l" r="r" t="t"/>
                <a:pathLst>
                  <a:path extrusionOk="0" h="18902" w="11896">
                    <a:moveTo>
                      <a:pt x="338" y="18341"/>
                    </a:moveTo>
                    <a:cubicBezTo>
                      <a:pt x="459" y="18341"/>
                      <a:pt x="559" y="18440"/>
                      <a:pt x="559" y="18562"/>
                    </a:cubicBezTo>
                    <a:cubicBezTo>
                      <a:pt x="559" y="18683"/>
                      <a:pt x="459" y="18782"/>
                      <a:pt x="338" y="18782"/>
                    </a:cubicBezTo>
                    <a:cubicBezTo>
                      <a:pt x="216" y="18782"/>
                      <a:pt x="117" y="18683"/>
                      <a:pt x="117" y="18562"/>
                    </a:cubicBezTo>
                    <a:cubicBezTo>
                      <a:pt x="117" y="18440"/>
                      <a:pt x="216" y="18341"/>
                      <a:pt x="338" y="18341"/>
                    </a:cubicBezTo>
                    <a:close/>
                    <a:moveTo>
                      <a:pt x="7051" y="0"/>
                    </a:moveTo>
                    <a:lnTo>
                      <a:pt x="5202" y="1863"/>
                    </a:lnTo>
                    <a:lnTo>
                      <a:pt x="5202" y="8196"/>
                    </a:lnTo>
                    <a:lnTo>
                      <a:pt x="280" y="13154"/>
                    </a:lnTo>
                    <a:lnTo>
                      <a:pt x="280" y="18228"/>
                    </a:lnTo>
                    <a:cubicBezTo>
                      <a:pt x="120" y="18258"/>
                      <a:pt x="1" y="18396"/>
                      <a:pt x="1" y="18562"/>
                    </a:cubicBezTo>
                    <a:cubicBezTo>
                      <a:pt x="1" y="18749"/>
                      <a:pt x="153" y="18901"/>
                      <a:pt x="338" y="18901"/>
                    </a:cubicBezTo>
                    <a:cubicBezTo>
                      <a:pt x="525" y="18901"/>
                      <a:pt x="677" y="18749"/>
                      <a:pt x="677" y="18562"/>
                    </a:cubicBezTo>
                    <a:cubicBezTo>
                      <a:pt x="677" y="18396"/>
                      <a:pt x="556" y="18258"/>
                      <a:pt x="398" y="18228"/>
                    </a:cubicBezTo>
                    <a:lnTo>
                      <a:pt x="398" y="13201"/>
                    </a:lnTo>
                    <a:lnTo>
                      <a:pt x="5318" y="8243"/>
                    </a:lnTo>
                    <a:lnTo>
                      <a:pt x="5318" y="1913"/>
                    </a:lnTo>
                    <a:lnTo>
                      <a:pt x="7101" y="116"/>
                    </a:lnTo>
                    <a:lnTo>
                      <a:pt x="11896" y="116"/>
                    </a:lnTo>
                    <a:lnTo>
                      <a:pt x="118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37"/>
              <p:cNvSpPr/>
              <p:nvPr/>
            </p:nvSpPr>
            <p:spPr>
              <a:xfrm>
                <a:off x="2425675" y="990525"/>
                <a:ext cx="16925" cy="200575"/>
              </a:xfrm>
              <a:custGeom>
                <a:rect b="b" l="l" r="r" t="t"/>
                <a:pathLst>
                  <a:path extrusionOk="0" h="8023" w="677">
                    <a:moveTo>
                      <a:pt x="337" y="7465"/>
                    </a:moveTo>
                    <a:cubicBezTo>
                      <a:pt x="458" y="7465"/>
                      <a:pt x="558" y="7564"/>
                      <a:pt x="558" y="7685"/>
                    </a:cubicBezTo>
                    <a:cubicBezTo>
                      <a:pt x="558" y="7807"/>
                      <a:pt x="458" y="7906"/>
                      <a:pt x="337" y="7906"/>
                    </a:cubicBezTo>
                    <a:cubicBezTo>
                      <a:pt x="216" y="7906"/>
                      <a:pt x="116" y="7807"/>
                      <a:pt x="116" y="7685"/>
                    </a:cubicBezTo>
                    <a:cubicBezTo>
                      <a:pt x="116" y="7564"/>
                      <a:pt x="216" y="7465"/>
                      <a:pt x="337" y="7465"/>
                    </a:cubicBezTo>
                    <a:close/>
                    <a:moveTo>
                      <a:pt x="279" y="0"/>
                    </a:moveTo>
                    <a:lnTo>
                      <a:pt x="279" y="7351"/>
                    </a:lnTo>
                    <a:cubicBezTo>
                      <a:pt x="122" y="7379"/>
                      <a:pt x="0" y="7517"/>
                      <a:pt x="0" y="7685"/>
                    </a:cubicBezTo>
                    <a:cubicBezTo>
                      <a:pt x="0" y="7870"/>
                      <a:pt x="149" y="8022"/>
                      <a:pt x="337" y="8022"/>
                    </a:cubicBezTo>
                    <a:cubicBezTo>
                      <a:pt x="525" y="8022"/>
                      <a:pt x="677" y="7870"/>
                      <a:pt x="677" y="7685"/>
                    </a:cubicBezTo>
                    <a:cubicBezTo>
                      <a:pt x="677" y="7520"/>
                      <a:pt x="555" y="7382"/>
                      <a:pt x="398" y="735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37"/>
              <p:cNvSpPr/>
              <p:nvPr/>
            </p:nvSpPr>
            <p:spPr>
              <a:xfrm>
                <a:off x="2664875" y="1345800"/>
                <a:ext cx="321000" cy="519675"/>
              </a:xfrm>
              <a:custGeom>
                <a:rect b="b" l="l" r="r" t="t"/>
                <a:pathLst>
                  <a:path extrusionOk="0" h="20787" w="12840">
                    <a:moveTo>
                      <a:pt x="340" y="20229"/>
                    </a:moveTo>
                    <a:cubicBezTo>
                      <a:pt x="461" y="20229"/>
                      <a:pt x="560" y="20329"/>
                      <a:pt x="560" y="20450"/>
                    </a:cubicBezTo>
                    <a:cubicBezTo>
                      <a:pt x="560" y="20571"/>
                      <a:pt x="461" y="20668"/>
                      <a:pt x="340" y="20668"/>
                    </a:cubicBezTo>
                    <a:cubicBezTo>
                      <a:pt x="218" y="20668"/>
                      <a:pt x="119" y="20571"/>
                      <a:pt x="119" y="20450"/>
                    </a:cubicBezTo>
                    <a:cubicBezTo>
                      <a:pt x="119" y="20329"/>
                      <a:pt x="218" y="20229"/>
                      <a:pt x="340" y="20229"/>
                    </a:cubicBezTo>
                    <a:close/>
                    <a:moveTo>
                      <a:pt x="7685" y="0"/>
                    </a:moveTo>
                    <a:lnTo>
                      <a:pt x="5201" y="2501"/>
                    </a:lnTo>
                    <a:lnTo>
                      <a:pt x="5201" y="8834"/>
                    </a:lnTo>
                    <a:lnTo>
                      <a:pt x="279" y="13792"/>
                    </a:lnTo>
                    <a:lnTo>
                      <a:pt x="279" y="20116"/>
                    </a:lnTo>
                    <a:cubicBezTo>
                      <a:pt x="122" y="20144"/>
                      <a:pt x="0" y="20282"/>
                      <a:pt x="0" y="20450"/>
                    </a:cubicBezTo>
                    <a:cubicBezTo>
                      <a:pt x="0" y="20635"/>
                      <a:pt x="152" y="20787"/>
                      <a:pt x="340" y="20787"/>
                    </a:cubicBezTo>
                    <a:cubicBezTo>
                      <a:pt x="525" y="20787"/>
                      <a:pt x="676" y="20635"/>
                      <a:pt x="676" y="20450"/>
                    </a:cubicBezTo>
                    <a:cubicBezTo>
                      <a:pt x="676" y="20282"/>
                      <a:pt x="555" y="20144"/>
                      <a:pt x="398" y="20116"/>
                    </a:cubicBezTo>
                    <a:lnTo>
                      <a:pt x="398" y="13839"/>
                    </a:lnTo>
                    <a:lnTo>
                      <a:pt x="5320" y="8881"/>
                    </a:lnTo>
                    <a:lnTo>
                      <a:pt x="5320" y="2551"/>
                    </a:lnTo>
                    <a:lnTo>
                      <a:pt x="7732" y="119"/>
                    </a:lnTo>
                    <a:lnTo>
                      <a:pt x="12839" y="119"/>
                    </a:lnTo>
                    <a:lnTo>
                      <a:pt x="128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37"/>
              <p:cNvSpPr/>
              <p:nvPr/>
            </p:nvSpPr>
            <p:spPr>
              <a:xfrm>
                <a:off x="2449000" y="990525"/>
                <a:ext cx="16925" cy="223825"/>
              </a:xfrm>
              <a:custGeom>
                <a:rect b="b" l="l" r="r" t="t"/>
                <a:pathLst>
                  <a:path extrusionOk="0" h="8953" w="677">
                    <a:moveTo>
                      <a:pt x="340" y="8392"/>
                    </a:moveTo>
                    <a:cubicBezTo>
                      <a:pt x="461" y="8392"/>
                      <a:pt x="561" y="8491"/>
                      <a:pt x="561" y="8613"/>
                    </a:cubicBezTo>
                    <a:cubicBezTo>
                      <a:pt x="561" y="8734"/>
                      <a:pt x="461" y="8834"/>
                      <a:pt x="340" y="8834"/>
                    </a:cubicBezTo>
                    <a:cubicBezTo>
                      <a:pt x="218" y="8834"/>
                      <a:pt x="119" y="8734"/>
                      <a:pt x="119" y="8613"/>
                    </a:cubicBezTo>
                    <a:cubicBezTo>
                      <a:pt x="119" y="8491"/>
                      <a:pt x="218" y="8392"/>
                      <a:pt x="340" y="8392"/>
                    </a:cubicBezTo>
                    <a:close/>
                    <a:moveTo>
                      <a:pt x="279" y="0"/>
                    </a:moveTo>
                    <a:lnTo>
                      <a:pt x="279" y="8279"/>
                    </a:lnTo>
                    <a:cubicBezTo>
                      <a:pt x="122" y="8307"/>
                      <a:pt x="0" y="8445"/>
                      <a:pt x="0" y="8613"/>
                    </a:cubicBezTo>
                    <a:cubicBezTo>
                      <a:pt x="0" y="8801"/>
                      <a:pt x="152" y="8952"/>
                      <a:pt x="340" y="8952"/>
                    </a:cubicBezTo>
                    <a:cubicBezTo>
                      <a:pt x="525" y="8952"/>
                      <a:pt x="677" y="8801"/>
                      <a:pt x="677" y="8613"/>
                    </a:cubicBezTo>
                    <a:cubicBezTo>
                      <a:pt x="677" y="8447"/>
                      <a:pt x="555" y="8309"/>
                      <a:pt x="398" y="8282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37"/>
              <p:cNvSpPr/>
              <p:nvPr/>
            </p:nvSpPr>
            <p:spPr>
              <a:xfrm>
                <a:off x="2729175" y="1591350"/>
                <a:ext cx="290575" cy="188775"/>
              </a:xfrm>
              <a:custGeom>
                <a:rect b="b" l="l" r="r" t="t"/>
                <a:pathLst>
                  <a:path extrusionOk="0" h="7551" w="11623">
                    <a:moveTo>
                      <a:pt x="340" y="6990"/>
                    </a:moveTo>
                    <a:cubicBezTo>
                      <a:pt x="462" y="6990"/>
                      <a:pt x="561" y="7089"/>
                      <a:pt x="561" y="7210"/>
                    </a:cubicBezTo>
                    <a:cubicBezTo>
                      <a:pt x="561" y="7332"/>
                      <a:pt x="462" y="7431"/>
                      <a:pt x="340" y="7431"/>
                    </a:cubicBezTo>
                    <a:cubicBezTo>
                      <a:pt x="219" y="7431"/>
                      <a:pt x="120" y="7332"/>
                      <a:pt x="120" y="7210"/>
                    </a:cubicBezTo>
                    <a:cubicBezTo>
                      <a:pt x="120" y="7089"/>
                      <a:pt x="219" y="6990"/>
                      <a:pt x="340" y="6990"/>
                    </a:cubicBezTo>
                    <a:close/>
                    <a:moveTo>
                      <a:pt x="11540" y="0"/>
                    </a:moveTo>
                    <a:lnTo>
                      <a:pt x="4440" y="7153"/>
                    </a:lnTo>
                    <a:lnTo>
                      <a:pt x="672" y="7153"/>
                    </a:lnTo>
                    <a:cubicBezTo>
                      <a:pt x="644" y="6995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0"/>
                    </a:cubicBezTo>
                    <a:cubicBezTo>
                      <a:pt x="1" y="7398"/>
                      <a:pt x="153" y="7550"/>
                      <a:pt x="340" y="7550"/>
                    </a:cubicBezTo>
                    <a:cubicBezTo>
                      <a:pt x="506" y="7550"/>
                      <a:pt x="644" y="7429"/>
                      <a:pt x="672" y="7271"/>
                    </a:cubicBezTo>
                    <a:lnTo>
                      <a:pt x="4489" y="7271"/>
                    </a:lnTo>
                    <a:lnTo>
                      <a:pt x="11623" y="83"/>
                    </a:lnTo>
                    <a:lnTo>
                      <a:pt x="1154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9" name="Google Shape;3749;p37"/>
              <p:cNvSpPr/>
              <p:nvPr/>
            </p:nvSpPr>
            <p:spPr>
              <a:xfrm>
                <a:off x="2509525" y="995475"/>
                <a:ext cx="2925" cy="79675"/>
              </a:xfrm>
              <a:custGeom>
                <a:rect b="b" l="l" r="r" t="t"/>
                <a:pathLst>
                  <a:path extrusionOk="0" h="3187" w="117">
                    <a:moveTo>
                      <a:pt x="0" y="1"/>
                    </a:moveTo>
                    <a:lnTo>
                      <a:pt x="0" y="3187"/>
                    </a:lnTo>
                    <a:lnTo>
                      <a:pt x="116" y="3187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0" name="Google Shape;3750;p37"/>
              <p:cNvSpPr/>
              <p:nvPr/>
            </p:nvSpPr>
            <p:spPr>
              <a:xfrm>
                <a:off x="29241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1" name="Google Shape;3751;p37"/>
              <p:cNvSpPr/>
              <p:nvPr/>
            </p:nvSpPr>
            <p:spPr>
              <a:xfrm>
                <a:off x="2922700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37"/>
              <p:cNvSpPr/>
              <p:nvPr/>
            </p:nvSpPr>
            <p:spPr>
              <a:xfrm>
                <a:off x="2540425" y="988450"/>
                <a:ext cx="61950" cy="148050"/>
              </a:xfrm>
              <a:custGeom>
                <a:rect b="b" l="l" r="r" t="t"/>
                <a:pathLst>
                  <a:path extrusionOk="0" h="5922" w="2478">
                    <a:moveTo>
                      <a:pt x="332" y="0"/>
                    </a:moveTo>
                    <a:lnTo>
                      <a:pt x="1" y="337"/>
                    </a:lnTo>
                    <a:lnTo>
                      <a:pt x="1845" y="2167"/>
                    </a:lnTo>
                    <a:lnTo>
                      <a:pt x="1845" y="5212"/>
                    </a:lnTo>
                    <a:cubicBezTo>
                      <a:pt x="1748" y="5284"/>
                      <a:pt x="1685" y="5397"/>
                      <a:pt x="1685" y="5527"/>
                    </a:cubicBezTo>
                    <a:cubicBezTo>
                      <a:pt x="1685" y="5745"/>
                      <a:pt x="1861" y="5922"/>
                      <a:pt x="2080" y="5922"/>
                    </a:cubicBezTo>
                    <a:cubicBezTo>
                      <a:pt x="2300" y="5922"/>
                      <a:pt x="2477" y="5745"/>
                      <a:pt x="2477" y="5527"/>
                    </a:cubicBezTo>
                    <a:cubicBezTo>
                      <a:pt x="2477" y="5397"/>
                      <a:pt x="2414" y="5284"/>
                      <a:pt x="2317" y="5212"/>
                    </a:cubicBezTo>
                    <a:lnTo>
                      <a:pt x="2317" y="1971"/>
                    </a:lnTo>
                    <a:lnTo>
                      <a:pt x="33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37"/>
              <p:cNvSpPr/>
              <p:nvPr/>
            </p:nvSpPr>
            <p:spPr>
              <a:xfrm>
                <a:off x="2653900" y="991625"/>
                <a:ext cx="102975" cy="318925"/>
              </a:xfrm>
              <a:custGeom>
                <a:rect b="b" l="l" r="r" t="t"/>
                <a:pathLst>
                  <a:path extrusionOk="0" h="12757" w="4119">
                    <a:moveTo>
                      <a:pt x="2004" y="0"/>
                    </a:moveTo>
                    <a:lnTo>
                      <a:pt x="1921" y="83"/>
                    </a:lnTo>
                    <a:lnTo>
                      <a:pt x="4003" y="2148"/>
                    </a:lnTo>
                    <a:lnTo>
                      <a:pt x="4003" y="8227"/>
                    </a:lnTo>
                    <a:lnTo>
                      <a:pt x="17" y="12229"/>
                    </a:lnTo>
                    <a:lnTo>
                      <a:pt x="0" y="12246"/>
                    </a:lnTo>
                    <a:lnTo>
                      <a:pt x="0" y="12757"/>
                    </a:lnTo>
                    <a:lnTo>
                      <a:pt x="119" y="12757"/>
                    </a:lnTo>
                    <a:lnTo>
                      <a:pt x="119" y="12296"/>
                    </a:lnTo>
                    <a:lnTo>
                      <a:pt x="4102" y="8293"/>
                    </a:lnTo>
                    <a:lnTo>
                      <a:pt x="4119" y="8276"/>
                    </a:lnTo>
                    <a:lnTo>
                      <a:pt x="4119" y="2098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4" name="Google Shape;3754;p37"/>
              <p:cNvSpPr/>
              <p:nvPr/>
            </p:nvSpPr>
            <p:spPr>
              <a:xfrm>
                <a:off x="2509575" y="1544750"/>
                <a:ext cx="229150" cy="477175"/>
              </a:xfrm>
              <a:custGeom>
                <a:rect b="b" l="l" r="r" t="t"/>
                <a:pathLst>
                  <a:path extrusionOk="0" h="19087" w="9166">
                    <a:moveTo>
                      <a:pt x="341" y="18526"/>
                    </a:moveTo>
                    <a:cubicBezTo>
                      <a:pt x="462" y="18526"/>
                      <a:pt x="561" y="18626"/>
                      <a:pt x="561" y="18747"/>
                    </a:cubicBezTo>
                    <a:cubicBezTo>
                      <a:pt x="561" y="18869"/>
                      <a:pt x="462" y="18968"/>
                      <a:pt x="341" y="18968"/>
                    </a:cubicBezTo>
                    <a:cubicBezTo>
                      <a:pt x="219" y="18968"/>
                      <a:pt x="120" y="18869"/>
                      <a:pt x="120" y="18747"/>
                    </a:cubicBezTo>
                    <a:cubicBezTo>
                      <a:pt x="120" y="18626"/>
                      <a:pt x="219" y="18526"/>
                      <a:pt x="341" y="18526"/>
                    </a:cubicBezTo>
                    <a:close/>
                    <a:moveTo>
                      <a:pt x="9083" y="1"/>
                    </a:moveTo>
                    <a:lnTo>
                      <a:pt x="4172" y="4945"/>
                    </a:lnTo>
                    <a:lnTo>
                      <a:pt x="4172" y="14803"/>
                    </a:lnTo>
                    <a:lnTo>
                      <a:pt x="534" y="18468"/>
                    </a:lnTo>
                    <a:cubicBezTo>
                      <a:pt x="479" y="18433"/>
                      <a:pt x="412" y="18408"/>
                      <a:pt x="341" y="18408"/>
                    </a:cubicBezTo>
                    <a:cubicBezTo>
                      <a:pt x="153" y="18408"/>
                      <a:pt x="1" y="18560"/>
                      <a:pt x="1" y="18747"/>
                    </a:cubicBezTo>
                    <a:cubicBezTo>
                      <a:pt x="1" y="18935"/>
                      <a:pt x="153" y="19087"/>
                      <a:pt x="341" y="19087"/>
                    </a:cubicBezTo>
                    <a:cubicBezTo>
                      <a:pt x="528" y="19087"/>
                      <a:pt x="680" y="18935"/>
                      <a:pt x="680" y="18747"/>
                    </a:cubicBezTo>
                    <a:cubicBezTo>
                      <a:pt x="680" y="18675"/>
                      <a:pt x="655" y="18609"/>
                      <a:pt x="617" y="18551"/>
                    </a:cubicBezTo>
                    <a:lnTo>
                      <a:pt x="4291" y="14849"/>
                    </a:lnTo>
                    <a:lnTo>
                      <a:pt x="4291" y="4994"/>
                    </a:lnTo>
                    <a:lnTo>
                      <a:pt x="9166" y="84"/>
                    </a:lnTo>
                    <a:lnTo>
                      <a:pt x="90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37"/>
              <p:cNvSpPr/>
              <p:nvPr/>
            </p:nvSpPr>
            <p:spPr>
              <a:xfrm>
                <a:off x="2495850" y="1043600"/>
                <a:ext cx="244675" cy="458250"/>
              </a:xfrm>
              <a:custGeom>
                <a:rect b="b" l="l" r="r" t="t"/>
                <a:pathLst>
                  <a:path extrusionOk="0" h="18330" w="9787">
                    <a:moveTo>
                      <a:pt x="9447" y="119"/>
                    </a:moveTo>
                    <a:cubicBezTo>
                      <a:pt x="9569" y="119"/>
                      <a:pt x="9668" y="218"/>
                      <a:pt x="9668" y="340"/>
                    </a:cubicBezTo>
                    <a:cubicBezTo>
                      <a:pt x="9668" y="461"/>
                      <a:pt x="9569" y="560"/>
                      <a:pt x="9447" y="560"/>
                    </a:cubicBezTo>
                    <a:cubicBezTo>
                      <a:pt x="9326" y="560"/>
                      <a:pt x="9229" y="461"/>
                      <a:pt x="9229" y="340"/>
                    </a:cubicBezTo>
                    <a:cubicBezTo>
                      <a:pt x="9229" y="218"/>
                      <a:pt x="9326" y="119"/>
                      <a:pt x="9447" y="119"/>
                    </a:cubicBezTo>
                    <a:close/>
                    <a:moveTo>
                      <a:pt x="337" y="17772"/>
                    </a:moveTo>
                    <a:cubicBezTo>
                      <a:pt x="459" y="17772"/>
                      <a:pt x="558" y="17871"/>
                      <a:pt x="558" y="17993"/>
                    </a:cubicBezTo>
                    <a:cubicBezTo>
                      <a:pt x="558" y="18114"/>
                      <a:pt x="459" y="18214"/>
                      <a:pt x="337" y="18214"/>
                    </a:cubicBezTo>
                    <a:cubicBezTo>
                      <a:pt x="216" y="18214"/>
                      <a:pt x="117" y="18114"/>
                      <a:pt x="117" y="17993"/>
                    </a:cubicBezTo>
                    <a:cubicBezTo>
                      <a:pt x="117" y="17871"/>
                      <a:pt x="216" y="17772"/>
                      <a:pt x="337" y="17772"/>
                    </a:cubicBezTo>
                    <a:close/>
                    <a:moveTo>
                      <a:pt x="9447" y="0"/>
                    </a:moveTo>
                    <a:cubicBezTo>
                      <a:pt x="9262" y="0"/>
                      <a:pt x="9110" y="152"/>
                      <a:pt x="9110" y="340"/>
                    </a:cubicBezTo>
                    <a:cubicBezTo>
                      <a:pt x="9110" y="505"/>
                      <a:pt x="9232" y="643"/>
                      <a:pt x="9389" y="671"/>
                    </a:cubicBezTo>
                    <a:lnTo>
                      <a:pt x="9389" y="5855"/>
                    </a:lnTo>
                    <a:lnTo>
                      <a:pt x="5386" y="9872"/>
                    </a:lnTo>
                    <a:lnTo>
                      <a:pt x="5386" y="10929"/>
                    </a:lnTo>
                    <a:lnTo>
                      <a:pt x="1444" y="14887"/>
                    </a:lnTo>
                    <a:lnTo>
                      <a:pt x="1428" y="14904"/>
                    </a:lnTo>
                    <a:lnTo>
                      <a:pt x="1428" y="16817"/>
                    </a:lnTo>
                    <a:lnTo>
                      <a:pt x="531" y="17717"/>
                    </a:lnTo>
                    <a:cubicBezTo>
                      <a:pt x="475" y="17678"/>
                      <a:pt x="409" y="17653"/>
                      <a:pt x="337" y="17653"/>
                    </a:cubicBezTo>
                    <a:cubicBezTo>
                      <a:pt x="152" y="17653"/>
                      <a:pt x="1" y="17805"/>
                      <a:pt x="1" y="17993"/>
                    </a:cubicBezTo>
                    <a:cubicBezTo>
                      <a:pt x="1" y="18181"/>
                      <a:pt x="152" y="18330"/>
                      <a:pt x="337" y="18330"/>
                    </a:cubicBezTo>
                    <a:cubicBezTo>
                      <a:pt x="525" y="18330"/>
                      <a:pt x="677" y="18178"/>
                      <a:pt x="677" y="17993"/>
                    </a:cubicBezTo>
                    <a:cubicBezTo>
                      <a:pt x="677" y="17921"/>
                      <a:pt x="655" y="17855"/>
                      <a:pt x="613" y="17800"/>
                    </a:cubicBezTo>
                    <a:lnTo>
                      <a:pt x="1544" y="16864"/>
                    </a:lnTo>
                    <a:lnTo>
                      <a:pt x="1544" y="14954"/>
                    </a:lnTo>
                    <a:lnTo>
                      <a:pt x="5489" y="10995"/>
                    </a:lnTo>
                    <a:lnTo>
                      <a:pt x="5505" y="10976"/>
                    </a:lnTo>
                    <a:lnTo>
                      <a:pt x="5505" y="9921"/>
                    </a:lnTo>
                    <a:lnTo>
                      <a:pt x="9508" y="5902"/>
                    </a:lnTo>
                    <a:lnTo>
                      <a:pt x="9508" y="671"/>
                    </a:lnTo>
                    <a:cubicBezTo>
                      <a:pt x="9665" y="643"/>
                      <a:pt x="9787" y="505"/>
                      <a:pt x="9787" y="340"/>
                    </a:cubicBezTo>
                    <a:cubicBezTo>
                      <a:pt x="9787" y="152"/>
                      <a:pt x="9635" y="0"/>
                      <a:pt x="9447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6" name="Google Shape;3756;p37"/>
              <p:cNvSpPr/>
              <p:nvPr/>
            </p:nvSpPr>
            <p:spPr>
              <a:xfrm>
                <a:off x="2877425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37" y="11644"/>
                    </a:moveTo>
                    <a:cubicBezTo>
                      <a:pt x="459" y="11644"/>
                      <a:pt x="558" y="11743"/>
                      <a:pt x="558" y="11865"/>
                    </a:cubicBezTo>
                    <a:cubicBezTo>
                      <a:pt x="558" y="11983"/>
                      <a:pt x="459" y="12083"/>
                      <a:pt x="337" y="12083"/>
                    </a:cubicBezTo>
                    <a:cubicBezTo>
                      <a:pt x="216" y="12083"/>
                      <a:pt x="116" y="11983"/>
                      <a:pt x="116" y="11865"/>
                    </a:cubicBezTo>
                    <a:cubicBezTo>
                      <a:pt x="116" y="11740"/>
                      <a:pt x="216" y="11644"/>
                      <a:pt x="337" y="11644"/>
                    </a:cubicBezTo>
                    <a:close/>
                    <a:moveTo>
                      <a:pt x="279" y="0"/>
                    </a:moveTo>
                    <a:lnTo>
                      <a:pt x="279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37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5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7" name="Google Shape;3757;p37"/>
              <p:cNvSpPr/>
              <p:nvPr/>
            </p:nvSpPr>
            <p:spPr>
              <a:xfrm>
                <a:off x="2641875" y="1322475"/>
                <a:ext cx="344050" cy="566200"/>
              </a:xfrm>
              <a:custGeom>
                <a:rect b="b" l="l" r="r" t="t"/>
                <a:pathLst>
                  <a:path extrusionOk="0" h="22648" w="13762">
                    <a:moveTo>
                      <a:pt x="340" y="22087"/>
                    </a:moveTo>
                    <a:cubicBezTo>
                      <a:pt x="462" y="22087"/>
                      <a:pt x="561" y="22186"/>
                      <a:pt x="561" y="22308"/>
                    </a:cubicBezTo>
                    <a:cubicBezTo>
                      <a:pt x="561" y="22429"/>
                      <a:pt x="462" y="22529"/>
                      <a:pt x="340" y="22529"/>
                    </a:cubicBezTo>
                    <a:cubicBezTo>
                      <a:pt x="219" y="22529"/>
                      <a:pt x="120" y="22429"/>
                      <a:pt x="120" y="22308"/>
                    </a:cubicBezTo>
                    <a:cubicBezTo>
                      <a:pt x="120" y="22186"/>
                      <a:pt x="219" y="22087"/>
                      <a:pt x="340" y="22087"/>
                    </a:cubicBezTo>
                    <a:close/>
                    <a:moveTo>
                      <a:pt x="8327" y="0"/>
                    </a:moveTo>
                    <a:lnTo>
                      <a:pt x="5202" y="3144"/>
                    </a:lnTo>
                    <a:lnTo>
                      <a:pt x="5202" y="9477"/>
                    </a:lnTo>
                    <a:lnTo>
                      <a:pt x="280" y="14435"/>
                    </a:lnTo>
                    <a:lnTo>
                      <a:pt x="280" y="21976"/>
                    </a:lnTo>
                    <a:cubicBezTo>
                      <a:pt x="122" y="22004"/>
                      <a:pt x="1" y="22142"/>
                      <a:pt x="1" y="22308"/>
                    </a:cubicBezTo>
                    <a:cubicBezTo>
                      <a:pt x="1" y="22495"/>
                      <a:pt x="153" y="22647"/>
                      <a:pt x="340" y="22647"/>
                    </a:cubicBezTo>
                    <a:cubicBezTo>
                      <a:pt x="525" y="22647"/>
                      <a:pt x="677" y="22495"/>
                      <a:pt x="677" y="22308"/>
                    </a:cubicBezTo>
                    <a:cubicBezTo>
                      <a:pt x="677" y="22142"/>
                      <a:pt x="556" y="22004"/>
                      <a:pt x="398" y="21976"/>
                    </a:cubicBezTo>
                    <a:lnTo>
                      <a:pt x="398" y="14482"/>
                    </a:lnTo>
                    <a:lnTo>
                      <a:pt x="5320" y="9524"/>
                    </a:lnTo>
                    <a:lnTo>
                      <a:pt x="5320" y="3194"/>
                    </a:lnTo>
                    <a:lnTo>
                      <a:pt x="8373" y="116"/>
                    </a:lnTo>
                    <a:lnTo>
                      <a:pt x="13762" y="116"/>
                    </a:lnTo>
                    <a:lnTo>
                      <a:pt x="1376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37"/>
              <p:cNvSpPr/>
              <p:nvPr/>
            </p:nvSpPr>
            <p:spPr>
              <a:xfrm>
                <a:off x="2875975" y="1256975"/>
                <a:ext cx="19825" cy="19825"/>
              </a:xfrm>
              <a:custGeom>
                <a:rect b="b" l="l" r="r" t="t"/>
                <a:pathLst>
                  <a:path extrusionOk="0" h="793" w="793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3" y="616"/>
                      <a:pt x="793" y="398"/>
                    </a:cubicBezTo>
                    <a:cubicBezTo>
                      <a:pt x="793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37"/>
              <p:cNvSpPr/>
              <p:nvPr/>
            </p:nvSpPr>
            <p:spPr>
              <a:xfrm>
                <a:off x="2900750" y="920275"/>
                <a:ext cx="16925" cy="305050"/>
              </a:xfrm>
              <a:custGeom>
                <a:rect b="b" l="l" r="r" t="t"/>
                <a:pathLst>
                  <a:path extrusionOk="0" h="12202" w="677">
                    <a:moveTo>
                      <a:pt x="340" y="11644"/>
                    </a:moveTo>
                    <a:cubicBezTo>
                      <a:pt x="461" y="11644"/>
                      <a:pt x="561" y="11743"/>
                      <a:pt x="561" y="11865"/>
                    </a:cubicBezTo>
                    <a:cubicBezTo>
                      <a:pt x="561" y="11983"/>
                      <a:pt x="461" y="12083"/>
                      <a:pt x="340" y="12083"/>
                    </a:cubicBezTo>
                    <a:cubicBezTo>
                      <a:pt x="219" y="12083"/>
                      <a:pt x="119" y="11983"/>
                      <a:pt x="119" y="11865"/>
                    </a:cubicBezTo>
                    <a:cubicBezTo>
                      <a:pt x="119" y="11740"/>
                      <a:pt x="219" y="11644"/>
                      <a:pt x="340" y="11644"/>
                    </a:cubicBezTo>
                    <a:close/>
                    <a:moveTo>
                      <a:pt x="282" y="0"/>
                    </a:moveTo>
                    <a:lnTo>
                      <a:pt x="282" y="11531"/>
                    </a:lnTo>
                    <a:cubicBezTo>
                      <a:pt x="122" y="11558"/>
                      <a:pt x="0" y="11696"/>
                      <a:pt x="0" y="11862"/>
                    </a:cubicBezTo>
                    <a:cubicBezTo>
                      <a:pt x="0" y="12050"/>
                      <a:pt x="152" y="12201"/>
                      <a:pt x="340" y="12201"/>
                    </a:cubicBezTo>
                    <a:cubicBezTo>
                      <a:pt x="525" y="12201"/>
                      <a:pt x="677" y="12050"/>
                      <a:pt x="677" y="11865"/>
                    </a:cubicBezTo>
                    <a:cubicBezTo>
                      <a:pt x="677" y="11696"/>
                      <a:pt x="558" y="11558"/>
                      <a:pt x="398" y="11531"/>
                    </a:cubicBez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37"/>
              <p:cNvSpPr/>
              <p:nvPr/>
            </p:nvSpPr>
            <p:spPr>
              <a:xfrm>
                <a:off x="2502475" y="997425"/>
                <a:ext cx="191200" cy="444050"/>
              </a:xfrm>
              <a:custGeom>
                <a:rect b="b" l="l" r="r" t="t"/>
                <a:pathLst>
                  <a:path extrusionOk="0" h="17762" w="7648">
                    <a:moveTo>
                      <a:pt x="340" y="17201"/>
                    </a:moveTo>
                    <a:cubicBezTo>
                      <a:pt x="462" y="17201"/>
                      <a:pt x="561" y="17300"/>
                      <a:pt x="561" y="17422"/>
                    </a:cubicBezTo>
                    <a:cubicBezTo>
                      <a:pt x="561" y="17543"/>
                      <a:pt x="462" y="17643"/>
                      <a:pt x="340" y="17643"/>
                    </a:cubicBezTo>
                    <a:cubicBezTo>
                      <a:pt x="219" y="17643"/>
                      <a:pt x="119" y="17543"/>
                      <a:pt x="119" y="17422"/>
                    </a:cubicBezTo>
                    <a:cubicBezTo>
                      <a:pt x="119" y="17300"/>
                      <a:pt x="219" y="17201"/>
                      <a:pt x="340" y="17201"/>
                    </a:cubicBezTo>
                    <a:close/>
                    <a:moveTo>
                      <a:pt x="7531" y="0"/>
                    </a:moveTo>
                    <a:lnTo>
                      <a:pt x="7531" y="6860"/>
                    </a:lnTo>
                    <a:lnTo>
                      <a:pt x="4257" y="10145"/>
                    </a:lnTo>
                    <a:lnTo>
                      <a:pt x="4241" y="10162"/>
                    </a:lnTo>
                    <a:lnTo>
                      <a:pt x="4241" y="11757"/>
                    </a:lnTo>
                    <a:lnTo>
                      <a:pt x="299" y="15716"/>
                    </a:lnTo>
                    <a:lnTo>
                      <a:pt x="282" y="15732"/>
                    </a:lnTo>
                    <a:lnTo>
                      <a:pt x="282" y="17090"/>
                    </a:lnTo>
                    <a:cubicBezTo>
                      <a:pt x="122" y="17118"/>
                      <a:pt x="1" y="17256"/>
                      <a:pt x="1" y="17422"/>
                    </a:cubicBezTo>
                    <a:cubicBezTo>
                      <a:pt x="1" y="17609"/>
                      <a:pt x="152" y="17761"/>
                      <a:pt x="340" y="17761"/>
                    </a:cubicBezTo>
                    <a:cubicBezTo>
                      <a:pt x="528" y="17761"/>
                      <a:pt x="680" y="17609"/>
                      <a:pt x="680" y="17422"/>
                    </a:cubicBezTo>
                    <a:cubicBezTo>
                      <a:pt x="680" y="17256"/>
                      <a:pt x="558" y="17118"/>
                      <a:pt x="398" y="17090"/>
                    </a:cubicBezTo>
                    <a:lnTo>
                      <a:pt x="398" y="15782"/>
                    </a:lnTo>
                    <a:lnTo>
                      <a:pt x="4343" y="11823"/>
                    </a:lnTo>
                    <a:lnTo>
                      <a:pt x="4359" y="11807"/>
                    </a:lnTo>
                    <a:lnTo>
                      <a:pt x="4359" y="10211"/>
                    </a:lnTo>
                    <a:lnTo>
                      <a:pt x="7631" y="6926"/>
                    </a:lnTo>
                    <a:lnTo>
                      <a:pt x="7647" y="6907"/>
                    </a:lnTo>
                    <a:lnTo>
                      <a:pt x="764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37"/>
              <p:cNvSpPr/>
              <p:nvPr/>
            </p:nvSpPr>
            <p:spPr>
              <a:xfrm>
                <a:off x="2502475" y="990025"/>
                <a:ext cx="167875" cy="378700"/>
              </a:xfrm>
              <a:custGeom>
                <a:rect b="b" l="l" r="r" t="t"/>
                <a:pathLst>
                  <a:path extrusionOk="0" h="15148" w="6715">
                    <a:moveTo>
                      <a:pt x="340" y="14587"/>
                    </a:moveTo>
                    <a:cubicBezTo>
                      <a:pt x="462" y="14587"/>
                      <a:pt x="561" y="14687"/>
                      <a:pt x="561" y="14808"/>
                    </a:cubicBezTo>
                    <a:cubicBezTo>
                      <a:pt x="561" y="14930"/>
                      <a:pt x="462" y="15029"/>
                      <a:pt x="340" y="15029"/>
                    </a:cubicBezTo>
                    <a:cubicBezTo>
                      <a:pt x="219" y="15029"/>
                      <a:pt x="119" y="14930"/>
                      <a:pt x="119" y="14808"/>
                    </a:cubicBezTo>
                    <a:cubicBezTo>
                      <a:pt x="119" y="14687"/>
                      <a:pt x="219" y="14587"/>
                      <a:pt x="340" y="14587"/>
                    </a:cubicBezTo>
                    <a:close/>
                    <a:moveTo>
                      <a:pt x="6595" y="1"/>
                    </a:moveTo>
                    <a:lnTo>
                      <a:pt x="6595" y="6861"/>
                    </a:lnTo>
                    <a:lnTo>
                      <a:pt x="3324" y="10146"/>
                    </a:lnTo>
                    <a:lnTo>
                      <a:pt x="3308" y="10162"/>
                    </a:lnTo>
                    <a:lnTo>
                      <a:pt x="3308" y="11766"/>
                    </a:lnTo>
                    <a:cubicBezTo>
                      <a:pt x="3250" y="11819"/>
                      <a:pt x="3148" y="11918"/>
                      <a:pt x="2963" y="12106"/>
                    </a:cubicBezTo>
                    <a:lnTo>
                      <a:pt x="539" y="14538"/>
                    </a:lnTo>
                    <a:cubicBezTo>
                      <a:pt x="484" y="14496"/>
                      <a:pt x="415" y="14469"/>
                      <a:pt x="340" y="14469"/>
                    </a:cubicBezTo>
                    <a:cubicBezTo>
                      <a:pt x="152" y="14469"/>
                      <a:pt x="1" y="14620"/>
                      <a:pt x="1" y="14808"/>
                    </a:cubicBezTo>
                    <a:cubicBezTo>
                      <a:pt x="1" y="14996"/>
                      <a:pt x="152" y="15148"/>
                      <a:pt x="340" y="15148"/>
                    </a:cubicBezTo>
                    <a:cubicBezTo>
                      <a:pt x="528" y="15148"/>
                      <a:pt x="680" y="14996"/>
                      <a:pt x="680" y="14808"/>
                    </a:cubicBezTo>
                    <a:cubicBezTo>
                      <a:pt x="680" y="14739"/>
                      <a:pt x="658" y="14676"/>
                      <a:pt x="622" y="14620"/>
                    </a:cubicBezTo>
                    <a:cubicBezTo>
                      <a:pt x="3352" y="11879"/>
                      <a:pt x="3407" y="11827"/>
                      <a:pt x="3407" y="11824"/>
                    </a:cubicBezTo>
                    <a:lnTo>
                      <a:pt x="3424" y="11808"/>
                    </a:lnTo>
                    <a:lnTo>
                      <a:pt x="3424" y="10212"/>
                    </a:lnTo>
                    <a:lnTo>
                      <a:pt x="6695" y="6927"/>
                    </a:lnTo>
                    <a:lnTo>
                      <a:pt x="6714" y="6910"/>
                    </a:lnTo>
                    <a:lnTo>
                      <a:pt x="671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2" name="Google Shape;3762;p37"/>
              <p:cNvSpPr/>
              <p:nvPr/>
            </p:nvSpPr>
            <p:spPr>
              <a:xfrm>
                <a:off x="2858575" y="1410325"/>
                <a:ext cx="119900" cy="220575"/>
              </a:xfrm>
              <a:custGeom>
                <a:rect b="b" l="l" r="r" t="t"/>
                <a:pathLst>
                  <a:path extrusionOk="0" h="8823" w="4796">
                    <a:moveTo>
                      <a:pt x="338" y="8262"/>
                    </a:moveTo>
                    <a:cubicBezTo>
                      <a:pt x="459" y="8262"/>
                      <a:pt x="558" y="8362"/>
                      <a:pt x="558" y="8483"/>
                    </a:cubicBezTo>
                    <a:cubicBezTo>
                      <a:pt x="558" y="8605"/>
                      <a:pt x="459" y="8704"/>
                      <a:pt x="338" y="8704"/>
                    </a:cubicBezTo>
                    <a:cubicBezTo>
                      <a:pt x="216" y="8704"/>
                      <a:pt x="117" y="8605"/>
                      <a:pt x="117" y="8483"/>
                    </a:cubicBezTo>
                    <a:cubicBezTo>
                      <a:pt x="117" y="8362"/>
                      <a:pt x="216" y="8262"/>
                      <a:pt x="338" y="8262"/>
                    </a:cubicBezTo>
                    <a:close/>
                    <a:moveTo>
                      <a:pt x="1781" y="0"/>
                    </a:moveTo>
                    <a:lnTo>
                      <a:pt x="282" y="1513"/>
                    </a:lnTo>
                    <a:lnTo>
                      <a:pt x="313" y="8149"/>
                    </a:lnTo>
                    <a:cubicBezTo>
                      <a:pt x="139" y="8160"/>
                      <a:pt x="1" y="8307"/>
                      <a:pt x="1" y="8483"/>
                    </a:cubicBezTo>
                    <a:cubicBezTo>
                      <a:pt x="1" y="8671"/>
                      <a:pt x="153" y="8823"/>
                      <a:pt x="338" y="8823"/>
                    </a:cubicBezTo>
                    <a:cubicBezTo>
                      <a:pt x="525" y="8823"/>
                      <a:pt x="677" y="8671"/>
                      <a:pt x="677" y="8483"/>
                    </a:cubicBezTo>
                    <a:cubicBezTo>
                      <a:pt x="677" y="8329"/>
                      <a:pt x="572" y="8202"/>
                      <a:pt x="431" y="8160"/>
                    </a:cubicBezTo>
                    <a:lnTo>
                      <a:pt x="401" y="1560"/>
                    </a:lnTo>
                    <a:lnTo>
                      <a:pt x="1831" y="116"/>
                    </a:lnTo>
                    <a:lnTo>
                      <a:pt x="4796" y="116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3" name="Google Shape;3763;p37"/>
              <p:cNvSpPr/>
              <p:nvPr/>
            </p:nvSpPr>
            <p:spPr>
              <a:xfrm>
                <a:off x="2881900" y="1433650"/>
                <a:ext cx="97750" cy="173725"/>
              </a:xfrm>
              <a:custGeom>
                <a:rect b="b" l="l" r="r" t="t"/>
                <a:pathLst>
                  <a:path extrusionOk="0" h="6949" w="3910">
                    <a:moveTo>
                      <a:pt x="340" y="6388"/>
                    </a:moveTo>
                    <a:cubicBezTo>
                      <a:pt x="462" y="6388"/>
                      <a:pt x="561" y="6488"/>
                      <a:pt x="561" y="6609"/>
                    </a:cubicBezTo>
                    <a:cubicBezTo>
                      <a:pt x="561" y="6730"/>
                      <a:pt x="462" y="6830"/>
                      <a:pt x="340" y="6830"/>
                    </a:cubicBezTo>
                    <a:cubicBezTo>
                      <a:pt x="219" y="6830"/>
                      <a:pt x="120" y="6730"/>
                      <a:pt x="120" y="6609"/>
                    </a:cubicBezTo>
                    <a:cubicBezTo>
                      <a:pt x="120" y="6488"/>
                      <a:pt x="219" y="6388"/>
                      <a:pt x="340" y="6388"/>
                    </a:cubicBezTo>
                    <a:close/>
                    <a:moveTo>
                      <a:pt x="1146" y="0"/>
                    </a:moveTo>
                    <a:lnTo>
                      <a:pt x="280" y="873"/>
                    </a:lnTo>
                    <a:lnTo>
                      <a:pt x="280" y="6278"/>
                    </a:lnTo>
                    <a:cubicBezTo>
                      <a:pt x="122" y="6305"/>
                      <a:pt x="1" y="6443"/>
                      <a:pt x="1" y="6609"/>
                    </a:cubicBezTo>
                    <a:cubicBezTo>
                      <a:pt x="1" y="6797"/>
                      <a:pt x="153" y="6949"/>
                      <a:pt x="340" y="6949"/>
                    </a:cubicBezTo>
                    <a:cubicBezTo>
                      <a:pt x="525" y="6949"/>
                      <a:pt x="677" y="6797"/>
                      <a:pt x="677" y="6609"/>
                    </a:cubicBezTo>
                    <a:cubicBezTo>
                      <a:pt x="677" y="6443"/>
                      <a:pt x="556" y="6305"/>
                      <a:pt x="398" y="6278"/>
                    </a:cubicBezTo>
                    <a:lnTo>
                      <a:pt x="398" y="922"/>
                    </a:lnTo>
                    <a:lnTo>
                      <a:pt x="1193" y="119"/>
                    </a:lnTo>
                    <a:lnTo>
                      <a:pt x="3910" y="119"/>
                    </a:lnTo>
                    <a:lnTo>
                      <a:pt x="391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37"/>
              <p:cNvSpPr/>
              <p:nvPr/>
            </p:nvSpPr>
            <p:spPr>
              <a:xfrm>
                <a:off x="2729175" y="1554825"/>
                <a:ext cx="275250" cy="188775"/>
              </a:xfrm>
              <a:custGeom>
                <a:rect b="b" l="l" r="r" t="t"/>
                <a:pathLst>
                  <a:path extrusionOk="0" h="7551" w="11010">
                    <a:moveTo>
                      <a:pt x="340" y="6993"/>
                    </a:moveTo>
                    <a:cubicBezTo>
                      <a:pt x="462" y="6993"/>
                      <a:pt x="561" y="7092"/>
                      <a:pt x="561" y="7214"/>
                    </a:cubicBezTo>
                    <a:cubicBezTo>
                      <a:pt x="561" y="7335"/>
                      <a:pt x="462" y="7435"/>
                      <a:pt x="340" y="7435"/>
                    </a:cubicBezTo>
                    <a:cubicBezTo>
                      <a:pt x="219" y="7435"/>
                      <a:pt x="120" y="7335"/>
                      <a:pt x="120" y="7214"/>
                    </a:cubicBezTo>
                    <a:cubicBezTo>
                      <a:pt x="120" y="7092"/>
                      <a:pt x="219" y="6993"/>
                      <a:pt x="340" y="6993"/>
                    </a:cubicBezTo>
                    <a:close/>
                    <a:moveTo>
                      <a:pt x="10924" y="1"/>
                    </a:moveTo>
                    <a:lnTo>
                      <a:pt x="3824" y="7153"/>
                    </a:lnTo>
                    <a:lnTo>
                      <a:pt x="672" y="7153"/>
                    </a:lnTo>
                    <a:cubicBezTo>
                      <a:pt x="644" y="6996"/>
                      <a:pt x="506" y="6874"/>
                      <a:pt x="340" y="6874"/>
                    </a:cubicBezTo>
                    <a:cubicBezTo>
                      <a:pt x="153" y="6874"/>
                      <a:pt x="1" y="7026"/>
                      <a:pt x="1" y="7214"/>
                    </a:cubicBezTo>
                    <a:cubicBezTo>
                      <a:pt x="1" y="7399"/>
                      <a:pt x="153" y="7551"/>
                      <a:pt x="340" y="7551"/>
                    </a:cubicBezTo>
                    <a:cubicBezTo>
                      <a:pt x="506" y="7551"/>
                      <a:pt x="644" y="7432"/>
                      <a:pt x="672" y="7272"/>
                    </a:cubicBezTo>
                    <a:lnTo>
                      <a:pt x="3874" y="7272"/>
                    </a:lnTo>
                    <a:lnTo>
                      <a:pt x="11010" y="84"/>
                    </a:lnTo>
                    <a:lnTo>
                      <a:pt x="1092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5" name="Google Shape;3765;p37"/>
              <p:cNvSpPr/>
              <p:nvPr/>
            </p:nvSpPr>
            <p:spPr>
              <a:xfrm>
                <a:off x="2502475" y="975275"/>
                <a:ext cx="121150" cy="332100"/>
              </a:xfrm>
              <a:custGeom>
                <a:rect b="b" l="l" r="r" t="t"/>
                <a:pathLst>
                  <a:path extrusionOk="0" h="13284" w="4846">
                    <a:moveTo>
                      <a:pt x="340" y="12723"/>
                    </a:moveTo>
                    <a:cubicBezTo>
                      <a:pt x="462" y="12723"/>
                      <a:pt x="561" y="12823"/>
                      <a:pt x="561" y="12944"/>
                    </a:cubicBezTo>
                    <a:cubicBezTo>
                      <a:pt x="561" y="13066"/>
                      <a:pt x="462" y="13165"/>
                      <a:pt x="340" y="13165"/>
                    </a:cubicBezTo>
                    <a:cubicBezTo>
                      <a:pt x="219" y="13165"/>
                      <a:pt x="119" y="13066"/>
                      <a:pt x="119" y="12944"/>
                    </a:cubicBezTo>
                    <a:cubicBezTo>
                      <a:pt x="119" y="12823"/>
                      <a:pt x="219" y="12723"/>
                      <a:pt x="340" y="12723"/>
                    </a:cubicBezTo>
                    <a:close/>
                    <a:moveTo>
                      <a:pt x="4727" y="0"/>
                    </a:moveTo>
                    <a:lnTo>
                      <a:pt x="4727" y="6863"/>
                    </a:lnTo>
                    <a:lnTo>
                      <a:pt x="1455" y="10148"/>
                    </a:lnTo>
                    <a:lnTo>
                      <a:pt x="1439" y="10164"/>
                    </a:lnTo>
                    <a:lnTo>
                      <a:pt x="1439" y="11760"/>
                    </a:lnTo>
                    <a:lnTo>
                      <a:pt x="533" y="12668"/>
                    </a:lnTo>
                    <a:cubicBezTo>
                      <a:pt x="478" y="12629"/>
                      <a:pt x="412" y="12607"/>
                      <a:pt x="340" y="12607"/>
                    </a:cubicBezTo>
                    <a:cubicBezTo>
                      <a:pt x="152" y="12607"/>
                      <a:pt x="1" y="12759"/>
                      <a:pt x="1" y="12944"/>
                    </a:cubicBezTo>
                    <a:cubicBezTo>
                      <a:pt x="1" y="13132"/>
                      <a:pt x="152" y="13284"/>
                      <a:pt x="340" y="13284"/>
                    </a:cubicBezTo>
                    <a:cubicBezTo>
                      <a:pt x="528" y="13284"/>
                      <a:pt x="680" y="13132"/>
                      <a:pt x="680" y="12944"/>
                    </a:cubicBezTo>
                    <a:cubicBezTo>
                      <a:pt x="680" y="12872"/>
                      <a:pt x="655" y="12806"/>
                      <a:pt x="616" y="12751"/>
                    </a:cubicBezTo>
                    <a:lnTo>
                      <a:pt x="1555" y="11810"/>
                    </a:lnTo>
                    <a:lnTo>
                      <a:pt x="1555" y="10211"/>
                    </a:lnTo>
                    <a:lnTo>
                      <a:pt x="4826" y="6926"/>
                    </a:lnTo>
                    <a:lnTo>
                      <a:pt x="4845" y="6910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6" name="Google Shape;3766;p37"/>
              <p:cNvSpPr/>
              <p:nvPr/>
            </p:nvSpPr>
            <p:spPr>
              <a:xfrm>
                <a:off x="2502475" y="982650"/>
                <a:ext cx="144475" cy="355225"/>
              </a:xfrm>
              <a:custGeom>
                <a:rect b="b" l="l" r="r" t="t"/>
                <a:pathLst>
                  <a:path extrusionOk="0" h="14209" w="5779">
                    <a:moveTo>
                      <a:pt x="340" y="13648"/>
                    </a:moveTo>
                    <a:cubicBezTo>
                      <a:pt x="462" y="13648"/>
                      <a:pt x="561" y="13748"/>
                      <a:pt x="561" y="13869"/>
                    </a:cubicBezTo>
                    <a:cubicBezTo>
                      <a:pt x="561" y="13991"/>
                      <a:pt x="462" y="14090"/>
                      <a:pt x="340" y="14090"/>
                    </a:cubicBezTo>
                    <a:cubicBezTo>
                      <a:pt x="219" y="14090"/>
                      <a:pt x="119" y="13991"/>
                      <a:pt x="119" y="13869"/>
                    </a:cubicBezTo>
                    <a:cubicBezTo>
                      <a:pt x="119" y="13748"/>
                      <a:pt x="219" y="13648"/>
                      <a:pt x="340" y="13648"/>
                    </a:cubicBezTo>
                    <a:close/>
                    <a:moveTo>
                      <a:pt x="5660" y="1"/>
                    </a:moveTo>
                    <a:lnTo>
                      <a:pt x="5660" y="6860"/>
                    </a:lnTo>
                    <a:lnTo>
                      <a:pt x="2388" y="10145"/>
                    </a:lnTo>
                    <a:lnTo>
                      <a:pt x="2372" y="10165"/>
                    </a:lnTo>
                    <a:lnTo>
                      <a:pt x="2372" y="11760"/>
                    </a:lnTo>
                    <a:lnTo>
                      <a:pt x="539" y="13599"/>
                    </a:lnTo>
                    <a:cubicBezTo>
                      <a:pt x="484" y="13557"/>
                      <a:pt x="415" y="13532"/>
                      <a:pt x="340" y="13532"/>
                    </a:cubicBezTo>
                    <a:cubicBezTo>
                      <a:pt x="152" y="13532"/>
                      <a:pt x="1" y="13684"/>
                      <a:pt x="1" y="13869"/>
                    </a:cubicBezTo>
                    <a:cubicBezTo>
                      <a:pt x="1" y="14057"/>
                      <a:pt x="152" y="14209"/>
                      <a:pt x="340" y="14209"/>
                    </a:cubicBezTo>
                    <a:cubicBezTo>
                      <a:pt x="528" y="14209"/>
                      <a:pt x="680" y="14057"/>
                      <a:pt x="680" y="13869"/>
                    </a:cubicBezTo>
                    <a:cubicBezTo>
                      <a:pt x="680" y="13800"/>
                      <a:pt x="658" y="13737"/>
                      <a:pt x="622" y="13684"/>
                    </a:cubicBezTo>
                    <a:lnTo>
                      <a:pt x="2491" y="11807"/>
                    </a:lnTo>
                    <a:lnTo>
                      <a:pt x="2491" y="10212"/>
                    </a:lnTo>
                    <a:lnTo>
                      <a:pt x="5762" y="6927"/>
                    </a:lnTo>
                    <a:lnTo>
                      <a:pt x="5778" y="6910"/>
                    </a:lnTo>
                    <a:lnTo>
                      <a:pt x="577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37"/>
              <p:cNvSpPr/>
              <p:nvPr/>
            </p:nvSpPr>
            <p:spPr>
              <a:xfrm>
                <a:off x="2502475" y="1067125"/>
                <a:ext cx="57925" cy="157100"/>
              </a:xfrm>
              <a:custGeom>
                <a:rect b="b" l="l" r="r" t="t"/>
                <a:pathLst>
                  <a:path extrusionOk="0" h="6284" w="2317">
                    <a:moveTo>
                      <a:pt x="340" y="5726"/>
                    </a:moveTo>
                    <a:cubicBezTo>
                      <a:pt x="462" y="5726"/>
                      <a:pt x="561" y="5825"/>
                      <a:pt x="561" y="5946"/>
                    </a:cubicBezTo>
                    <a:cubicBezTo>
                      <a:pt x="561" y="6068"/>
                      <a:pt x="462" y="6167"/>
                      <a:pt x="340" y="6167"/>
                    </a:cubicBezTo>
                    <a:cubicBezTo>
                      <a:pt x="219" y="6167"/>
                      <a:pt x="119" y="6068"/>
                      <a:pt x="119" y="5946"/>
                    </a:cubicBezTo>
                    <a:cubicBezTo>
                      <a:pt x="119" y="5825"/>
                      <a:pt x="219" y="5726"/>
                      <a:pt x="340" y="5726"/>
                    </a:cubicBezTo>
                    <a:close/>
                    <a:moveTo>
                      <a:pt x="2231" y="0"/>
                    </a:moveTo>
                    <a:lnTo>
                      <a:pt x="282" y="1960"/>
                    </a:lnTo>
                    <a:lnTo>
                      <a:pt x="282" y="5612"/>
                    </a:lnTo>
                    <a:cubicBezTo>
                      <a:pt x="122" y="5640"/>
                      <a:pt x="1" y="5778"/>
                      <a:pt x="1" y="5946"/>
                    </a:cubicBezTo>
                    <a:cubicBezTo>
                      <a:pt x="1" y="6131"/>
                      <a:pt x="152" y="6283"/>
                      <a:pt x="340" y="6283"/>
                    </a:cubicBezTo>
                    <a:cubicBezTo>
                      <a:pt x="528" y="6283"/>
                      <a:pt x="680" y="6131"/>
                      <a:pt x="680" y="5946"/>
                    </a:cubicBezTo>
                    <a:cubicBezTo>
                      <a:pt x="680" y="5778"/>
                      <a:pt x="558" y="5640"/>
                      <a:pt x="398" y="5612"/>
                    </a:cubicBezTo>
                    <a:lnTo>
                      <a:pt x="398" y="2010"/>
                    </a:lnTo>
                    <a:lnTo>
                      <a:pt x="2317" y="86"/>
                    </a:lnTo>
                    <a:lnTo>
                      <a:pt x="2231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8" name="Google Shape;3768;p37"/>
              <p:cNvSpPr/>
              <p:nvPr/>
            </p:nvSpPr>
            <p:spPr>
              <a:xfrm>
                <a:off x="2899375" y="125697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9" name="Google Shape;3769;p37"/>
              <p:cNvSpPr/>
              <p:nvPr/>
            </p:nvSpPr>
            <p:spPr>
              <a:xfrm>
                <a:off x="1476750" y="1456500"/>
                <a:ext cx="651075" cy="725125"/>
              </a:xfrm>
              <a:custGeom>
                <a:rect b="b" l="l" r="r" t="t"/>
                <a:pathLst>
                  <a:path extrusionOk="0" h="29005" w="26043">
                    <a:moveTo>
                      <a:pt x="25706" y="28444"/>
                    </a:moveTo>
                    <a:cubicBezTo>
                      <a:pt x="25828" y="28444"/>
                      <a:pt x="25927" y="28544"/>
                      <a:pt x="25927" y="28665"/>
                    </a:cubicBezTo>
                    <a:cubicBezTo>
                      <a:pt x="25927" y="28787"/>
                      <a:pt x="25828" y="28886"/>
                      <a:pt x="25706" y="28886"/>
                    </a:cubicBezTo>
                    <a:cubicBezTo>
                      <a:pt x="25582" y="28886"/>
                      <a:pt x="25485" y="28787"/>
                      <a:pt x="25485" y="28665"/>
                    </a:cubicBezTo>
                    <a:cubicBezTo>
                      <a:pt x="25485" y="28544"/>
                      <a:pt x="25585" y="28444"/>
                      <a:pt x="25706" y="28444"/>
                    </a:cubicBezTo>
                    <a:close/>
                    <a:moveTo>
                      <a:pt x="0" y="0"/>
                    </a:moveTo>
                    <a:lnTo>
                      <a:pt x="0" y="119"/>
                    </a:lnTo>
                    <a:lnTo>
                      <a:pt x="3067" y="119"/>
                    </a:lnTo>
                    <a:lnTo>
                      <a:pt x="4403" y="1452"/>
                    </a:lnTo>
                    <a:lnTo>
                      <a:pt x="4403" y="10680"/>
                    </a:lnTo>
                    <a:lnTo>
                      <a:pt x="15614" y="21871"/>
                    </a:lnTo>
                    <a:lnTo>
                      <a:pt x="15630" y="21888"/>
                    </a:lnTo>
                    <a:lnTo>
                      <a:pt x="18832" y="21888"/>
                    </a:lnTo>
                    <a:lnTo>
                      <a:pt x="25427" y="28472"/>
                    </a:lnTo>
                    <a:cubicBezTo>
                      <a:pt x="25391" y="28527"/>
                      <a:pt x="25367" y="28593"/>
                      <a:pt x="25367" y="28665"/>
                    </a:cubicBezTo>
                    <a:cubicBezTo>
                      <a:pt x="25367" y="28853"/>
                      <a:pt x="25518" y="29005"/>
                      <a:pt x="25706" y="29005"/>
                    </a:cubicBezTo>
                    <a:cubicBezTo>
                      <a:pt x="25891" y="29005"/>
                      <a:pt x="26043" y="28853"/>
                      <a:pt x="26043" y="28665"/>
                    </a:cubicBezTo>
                    <a:cubicBezTo>
                      <a:pt x="26043" y="28480"/>
                      <a:pt x="25891" y="28328"/>
                      <a:pt x="25706" y="28328"/>
                    </a:cubicBezTo>
                    <a:cubicBezTo>
                      <a:pt x="25632" y="28328"/>
                      <a:pt x="25565" y="28350"/>
                      <a:pt x="25510" y="28389"/>
                    </a:cubicBezTo>
                    <a:lnTo>
                      <a:pt x="18899" y="21789"/>
                    </a:lnTo>
                    <a:lnTo>
                      <a:pt x="18882" y="21769"/>
                    </a:lnTo>
                    <a:lnTo>
                      <a:pt x="15680" y="21769"/>
                    </a:lnTo>
                    <a:lnTo>
                      <a:pt x="4522" y="10631"/>
                    </a:lnTo>
                    <a:lnTo>
                      <a:pt x="4522" y="1402"/>
                    </a:lnTo>
                    <a:lnTo>
                      <a:pt x="31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37"/>
              <p:cNvSpPr/>
              <p:nvPr/>
            </p:nvSpPr>
            <p:spPr>
              <a:xfrm>
                <a:off x="1470875" y="1142000"/>
                <a:ext cx="756050" cy="1015325"/>
              </a:xfrm>
              <a:custGeom>
                <a:rect b="b" l="l" r="r" t="t"/>
                <a:pathLst>
                  <a:path extrusionOk="0" h="40613" w="30242">
                    <a:moveTo>
                      <a:pt x="29905" y="39531"/>
                    </a:moveTo>
                    <a:cubicBezTo>
                      <a:pt x="30027" y="39531"/>
                      <a:pt x="30126" y="39630"/>
                      <a:pt x="30126" y="39752"/>
                    </a:cubicBezTo>
                    <a:cubicBezTo>
                      <a:pt x="30126" y="39873"/>
                      <a:pt x="30027" y="39972"/>
                      <a:pt x="29905" y="39972"/>
                    </a:cubicBezTo>
                    <a:cubicBezTo>
                      <a:pt x="29784" y="39972"/>
                      <a:pt x="29684" y="39873"/>
                      <a:pt x="29684" y="39752"/>
                    </a:cubicBezTo>
                    <a:cubicBezTo>
                      <a:pt x="29684" y="39630"/>
                      <a:pt x="29784" y="39531"/>
                      <a:pt x="29905" y="3953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79"/>
                    </a:lnTo>
                    <a:lnTo>
                      <a:pt x="6507" y="22670"/>
                    </a:lnTo>
                    <a:lnTo>
                      <a:pt x="16442" y="32588"/>
                    </a:lnTo>
                    <a:lnTo>
                      <a:pt x="16459" y="32605"/>
                    </a:lnTo>
                    <a:lnTo>
                      <a:pt x="19661" y="32605"/>
                    </a:lnTo>
                    <a:lnTo>
                      <a:pt x="25944" y="38877"/>
                    </a:lnTo>
                    <a:lnTo>
                      <a:pt x="27666" y="40596"/>
                    </a:lnTo>
                    <a:lnTo>
                      <a:pt x="27683" y="40613"/>
                    </a:lnTo>
                    <a:lnTo>
                      <a:pt x="29130" y="40613"/>
                    </a:lnTo>
                    <a:lnTo>
                      <a:pt x="29712" y="40028"/>
                    </a:lnTo>
                    <a:cubicBezTo>
                      <a:pt x="29767" y="40066"/>
                      <a:pt x="29833" y="40091"/>
                      <a:pt x="29905" y="40091"/>
                    </a:cubicBezTo>
                    <a:cubicBezTo>
                      <a:pt x="30090" y="40091"/>
                      <a:pt x="30242" y="39939"/>
                      <a:pt x="30242" y="39752"/>
                    </a:cubicBezTo>
                    <a:cubicBezTo>
                      <a:pt x="30242" y="39567"/>
                      <a:pt x="30090" y="39415"/>
                      <a:pt x="29905" y="39415"/>
                    </a:cubicBezTo>
                    <a:cubicBezTo>
                      <a:pt x="29717" y="39415"/>
                      <a:pt x="29566" y="39567"/>
                      <a:pt x="29566" y="39752"/>
                    </a:cubicBezTo>
                    <a:cubicBezTo>
                      <a:pt x="29566" y="39823"/>
                      <a:pt x="29588" y="39892"/>
                      <a:pt x="29629" y="39948"/>
                    </a:cubicBezTo>
                    <a:lnTo>
                      <a:pt x="29083" y="40494"/>
                    </a:lnTo>
                    <a:lnTo>
                      <a:pt x="27730" y="40494"/>
                    </a:lnTo>
                    <a:lnTo>
                      <a:pt x="19727" y="32505"/>
                    </a:lnTo>
                    <a:lnTo>
                      <a:pt x="19711" y="32489"/>
                    </a:lnTo>
                    <a:lnTo>
                      <a:pt x="16509" y="32489"/>
                    </a:lnTo>
                    <a:lnTo>
                      <a:pt x="6626" y="22623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37"/>
              <p:cNvSpPr/>
              <p:nvPr/>
            </p:nvSpPr>
            <p:spPr>
              <a:xfrm>
                <a:off x="1447475" y="1149325"/>
                <a:ext cx="695750" cy="1016900"/>
              </a:xfrm>
              <a:custGeom>
                <a:rect b="b" l="l" r="r" t="t"/>
                <a:pathLst>
                  <a:path extrusionOk="0" h="40676" w="27830">
                    <a:moveTo>
                      <a:pt x="27490" y="40116"/>
                    </a:moveTo>
                    <a:cubicBezTo>
                      <a:pt x="27611" y="40116"/>
                      <a:pt x="27711" y="40215"/>
                      <a:pt x="27711" y="40336"/>
                    </a:cubicBezTo>
                    <a:cubicBezTo>
                      <a:pt x="27711" y="40458"/>
                      <a:pt x="27611" y="40557"/>
                      <a:pt x="27490" y="40557"/>
                    </a:cubicBezTo>
                    <a:cubicBezTo>
                      <a:pt x="27368" y="40557"/>
                      <a:pt x="27269" y="40458"/>
                      <a:pt x="27269" y="40336"/>
                    </a:cubicBezTo>
                    <a:cubicBezTo>
                      <a:pt x="27269" y="40215"/>
                      <a:pt x="27368" y="40116"/>
                      <a:pt x="27490" y="40116"/>
                    </a:cubicBezTo>
                    <a:close/>
                    <a:moveTo>
                      <a:pt x="84" y="0"/>
                    </a:moveTo>
                    <a:lnTo>
                      <a:pt x="1" y="86"/>
                    </a:lnTo>
                    <a:lnTo>
                      <a:pt x="6510" y="6581"/>
                    </a:lnTo>
                    <a:lnTo>
                      <a:pt x="6510" y="22672"/>
                    </a:lnTo>
                    <a:lnTo>
                      <a:pt x="17080" y="33225"/>
                    </a:lnTo>
                    <a:lnTo>
                      <a:pt x="17099" y="33242"/>
                    </a:lnTo>
                    <a:lnTo>
                      <a:pt x="20302" y="33242"/>
                    </a:lnTo>
                    <a:lnTo>
                      <a:pt x="27214" y="40143"/>
                    </a:lnTo>
                    <a:cubicBezTo>
                      <a:pt x="27175" y="40198"/>
                      <a:pt x="27150" y="40265"/>
                      <a:pt x="27150" y="40336"/>
                    </a:cubicBezTo>
                    <a:cubicBezTo>
                      <a:pt x="27150" y="40524"/>
                      <a:pt x="27305" y="40676"/>
                      <a:pt x="27490" y="40676"/>
                    </a:cubicBezTo>
                    <a:cubicBezTo>
                      <a:pt x="27678" y="40676"/>
                      <a:pt x="27830" y="40524"/>
                      <a:pt x="27830" y="40336"/>
                    </a:cubicBezTo>
                    <a:cubicBezTo>
                      <a:pt x="27830" y="40152"/>
                      <a:pt x="27678" y="40000"/>
                      <a:pt x="27490" y="40000"/>
                    </a:cubicBezTo>
                    <a:cubicBezTo>
                      <a:pt x="27418" y="40000"/>
                      <a:pt x="27352" y="40022"/>
                      <a:pt x="27297" y="40060"/>
                    </a:cubicBezTo>
                    <a:lnTo>
                      <a:pt x="20368" y="33143"/>
                    </a:lnTo>
                    <a:lnTo>
                      <a:pt x="20349" y="33126"/>
                    </a:lnTo>
                    <a:lnTo>
                      <a:pt x="17146" y="33126"/>
                    </a:lnTo>
                    <a:lnTo>
                      <a:pt x="6626" y="22625"/>
                    </a:lnTo>
                    <a:lnTo>
                      <a:pt x="6626" y="653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37"/>
              <p:cNvSpPr/>
              <p:nvPr/>
            </p:nvSpPr>
            <p:spPr>
              <a:xfrm>
                <a:off x="2232575" y="23258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0"/>
                      <a:pt x="340" y="560"/>
                    </a:cubicBezTo>
                    <a:cubicBezTo>
                      <a:pt x="218" y="560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6"/>
                      <a:pt x="340" y="676"/>
                    </a:cubicBezTo>
                    <a:cubicBezTo>
                      <a:pt x="525" y="676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37"/>
              <p:cNvSpPr/>
              <p:nvPr/>
            </p:nvSpPr>
            <p:spPr>
              <a:xfrm>
                <a:off x="2232575" y="22953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61" y="219"/>
                      <a:pt x="561" y="340"/>
                    </a:cubicBezTo>
                    <a:cubicBezTo>
                      <a:pt x="561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4" name="Google Shape;3774;p37"/>
              <p:cNvSpPr/>
              <p:nvPr/>
            </p:nvSpPr>
            <p:spPr>
              <a:xfrm>
                <a:off x="1483025" y="1723150"/>
                <a:ext cx="275175" cy="230725"/>
              </a:xfrm>
              <a:custGeom>
                <a:rect b="b" l="l" r="r" t="t"/>
                <a:pathLst>
                  <a:path extrusionOk="0" h="9229" w="11007">
                    <a:moveTo>
                      <a:pt x="83" y="1"/>
                    </a:moveTo>
                    <a:lnTo>
                      <a:pt x="1" y="83"/>
                    </a:lnTo>
                    <a:lnTo>
                      <a:pt x="2223" y="2303"/>
                    </a:lnTo>
                    <a:lnTo>
                      <a:pt x="2239" y="2319"/>
                    </a:lnTo>
                    <a:lnTo>
                      <a:pt x="4003" y="2319"/>
                    </a:lnTo>
                    <a:lnTo>
                      <a:pt x="10924" y="9229"/>
                    </a:lnTo>
                    <a:lnTo>
                      <a:pt x="11007" y="9146"/>
                    </a:lnTo>
                    <a:lnTo>
                      <a:pt x="4070" y="2220"/>
                    </a:lnTo>
                    <a:lnTo>
                      <a:pt x="4050" y="2201"/>
                    </a:lnTo>
                    <a:lnTo>
                      <a:pt x="2289" y="2201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5" name="Google Shape;3775;p37"/>
              <p:cNvSpPr/>
              <p:nvPr/>
            </p:nvSpPr>
            <p:spPr>
              <a:xfrm>
                <a:off x="2147125" y="961250"/>
                <a:ext cx="142825" cy="1564550"/>
              </a:xfrm>
              <a:custGeom>
                <a:rect b="b" l="l" r="r" t="t"/>
                <a:pathLst>
                  <a:path extrusionOk="0" h="62582" w="5713">
                    <a:moveTo>
                      <a:pt x="1618" y="1"/>
                    </a:moveTo>
                    <a:lnTo>
                      <a:pt x="1618" y="12892"/>
                    </a:lnTo>
                    <a:lnTo>
                      <a:pt x="1" y="14521"/>
                    </a:lnTo>
                    <a:lnTo>
                      <a:pt x="1" y="20105"/>
                    </a:lnTo>
                    <a:lnTo>
                      <a:pt x="2974" y="23056"/>
                    </a:lnTo>
                    <a:lnTo>
                      <a:pt x="2974" y="28299"/>
                    </a:lnTo>
                    <a:lnTo>
                      <a:pt x="5083" y="30388"/>
                    </a:lnTo>
                    <a:lnTo>
                      <a:pt x="5083" y="61869"/>
                    </a:lnTo>
                    <a:cubicBezTo>
                      <a:pt x="4986" y="61941"/>
                      <a:pt x="4923" y="62054"/>
                      <a:pt x="4923" y="62184"/>
                    </a:cubicBezTo>
                    <a:cubicBezTo>
                      <a:pt x="4923" y="62402"/>
                      <a:pt x="5099" y="62581"/>
                      <a:pt x="5318" y="62581"/>
                    </a:cubicBezTo>
                    <a:cubicBezTo>
                      <a:pt x="5536" y="62581"/>
                      <a:pt x="5712" y="62402"/>
                      <a:pt x="5712" y="62184"/>
                    </a:cubicBezTo>
                    <a:cubicBezTo>
                      <a:pt x="5712" y="62054"/>
                      <a:pt x="5649" y="61941"/>
                      <a:pt x="5552" y="61869"/>
                    </a:cubicBezTo>
                    <a:lnTo>
                      <a:pt x="5552" y="30192"/>
                    </a:lnTo>
                    <a:lnTo>
                      <a:pt x="3446" y="28100"/>
                    </a:lnTo>
                    <a:lnTo>
                      <a:pt x="3446" y="22860"/>
                    </a:lnTo>
                    <a:lnTo>
                      <a:pt x="473" y="19909"/>
                    </a:lnTo>
                    <a:lnTo>
                      <a:pt x="473" y="14714"/>
                    </a:lnTo>
                    <a:lnTo>
                      <a:pt x="2088" y="13086"/>
                    </a:lnTo>
                    <a:lnTo>
                      <a:pt x="20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37"/>
              <p:cNvSpPr/>
              <p:nvPr/>
            </p:nvSpPr>
            <p:spPr>
              <a:xfrm>
                <a:off x="2231200" y="2262975"/>
                <a:ext cx="19750" cy="19750"/>
              </a:xfrm>
              <a:custGeom>
                <a:rect b="b" l="l" r="r" t="t"/>
                <a:pathLst>
                  <a:path extrusionOk="0" h="790" w="790">
                    <a:moveTo>
                      <a:pt x="395" y="0"/>
                    </a:moveTo>
                    <a:cubicBezTo>
                      <a:pt x="177" y="0"/>
                      <a:pt x="0" y="177"/>
                      <a:pt x="0" y="395"/>
                    </a:cubicBezTo>
                    <a:cubicBezTo>
                      <a:pt x="0" y="613"/>
                      <a:pt x="177" y="790"/>
                      <a:pt x="395" y="790"/>
                    </a:cubicBezTo>
                    <a:cubicBezTo>
                      <a:pt x="613" y="790"/>
                      <a:pt x="790" y="613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7" name="Google Shape;3777;p37"/>
              <p:cNvSpPr/>
              <p:nvPr/>
            </p:nvSpPr>
            <p:spPr>
              <a:xfrm>
                <a:off x="1477850" y="1868700"/>
                <a:ext cx="368000" cy="307950"/>
              </a:xfrm>
              <a:custGeom>
                <a:rect b="b" l="l" r="r" t="t"/>
                <a:pathLst>
                  <a:path extrusionOk="0" h="12318" w="14720">
                    <a:moveTo>
                      <a:pt x="14383" y="11760"/>
                    </a:moveTo>
                    <a:cubicBezTo>
                      <a:pt x="14504" y="11760"/>
                      <a:pt x="14601" y="11857"/>
                      <a:pt x="14601" y="11981"/>
                    </a:cubicBezTo>
                    <a:cubicBezTo>
                      <a:pt x="14601" y="12103"/>
                      <a:pt x="14504" y="12199"/>
                      <a:pt x="14383" y="12199"/>
                    </a:cubicBezTo>
                    <a:cubicBezTo>
                      <a:pt x="14259" y="12199"/>
                      <a:pt x="14162" y="12103"/>
                      <a:pt x="14162" y="11981"/>
                    </a:cubicBezTo>
                    <a:cubicBezTo>
                      <a:pt x="14162" y="11860"/>
                      <a:pt x="14261" y="11760"/>
                      <a:pt x="14383" y="11760"/>
                    </a:cubicBezTo>
                    <a:close/>
                    <a:moveTo>
                      <a:pt x="83" y="1"/>
                    </a:moveTo>
                    <a:lnTo>
                      <a:pt x="1" y="83"/>
                    </a:lnTo>
                    <a:lnTo>
                      <a:pt x="5607" y="5682"/>
                    </a:lnTo>
                    <a:lnTo>
                      <a:pt x="5607" y="6725"/>
                    </a:lnTo>
                    <a:lnTo>
                      <a:pt x="6397" y="7512"/>
                    </a:lnTo>
                    <a:lnTo>
                      <a:pt x="9820" y="7512"/>
                    </a:lnTo>
                    <a:lnTo>
                      <a:pt x="14104" y="11788"/>
                    </a:lnTo>
                    <a:cubicBezTo>
                      <a:pt x="14065" y="11840"/>
                      <a:pt x="14043" y="11909"/>
                      <a:pt x="14043" y="11981"/>
                    </a:cubicBezTo>
                    <a:cubicBezTo>
                      <a:pt x="14043" y="12166"/>
                      <a:pt x="14195" y="12318"/>
                      <a:pt x="14383" y="12318"/>
                    </a:cubicBezTo>
                    <a:cubicBezTo>
                      <a:pt x="14568" y="12318"/>
                      <a:pt x="14720" y="12166"/>
                      <a:pt x="14720" y="11981"/>
                    </a:cubicBezTo>
                    <a:cubicBezTo>
                      <a:pt x="14720" y="11793"/>
                      <a:pt x="14568" y="11642"/>
                      <a:pt x="14383" y="11642"/>
                    </a:cubicBezTo>
                    <a:cubicBezTo>
                      <a:pt x="14308" y="11642"/>
                      <a:pt x="14242" y="11664"/>
                      <a:pt x="14187" y="11702"/>
                    </a:cubicBezTo>
                    <a:lnTo>
                      <a:pt x="9886" y="7410"/>
                    </a:lnTo>
                    <a:lnTo>
                      <a:pt x="9869" y="7393"/>
                    </a:lnTo>
                    <a:lnTo>
                      <a:pt x="6444" y="7393"/>
                    </a:lnTo>
                    <a:lnTo>
                      <a:pt x="5726" y="6675"/>
                    </a:lnTo>
                    <a:lnTo>
                      <a:pt x="5726" y="56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8" name="Google Shape;3778;p37"/>
              <p:cNvSpPr/>
              <p:nvPr/>
            </p:nvSpPr>
            <p:spPr>
              <a:xfrm>
                <a:off x="1729550" y="2124325"/>
                <a:ext cx="19750" cy="19825"/>
              </a:xfrm>
              <a:custGeom>
                <a:rect b="b" l="l" r="r" t="t"/>
                <a:pathLst>
                  <a:path extrusionOk="0" h="793" w="790">
                    <a:moveTo>
                      <a:pt x="395" y="0"/>
                    </a:moveTo>
                    <a:cubicBezTo>
                      <a:pt x="177" y="0"/>
                      <a:pt x="0" y="180"/>
                      <a:pt x="0" y="398"/>
                    </a:cubicBezTo>
                    <a:cubicBezTo>
                      <a:pt x="0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80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37"/>
              <p:cNvSpPr/>
              <p:nvPr/>
            </p:nvSpPr>
            <p:spPr>
              <a:xfrm>
                <a:off x="1754325" y="2149225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20"/>
                    </a:moveTo>
                    <a:cubicBezTo>
                      <a:pt x="461" y="120"/>
                      <a:pt x="558" y="216"/>
                      <a:pt x="558" y="340"/>
                    </a:cubicBezTo>
                    <a:cubicBezTo>
                      <a:pt x="560" y="462"/>
                      <a:pt x="461" y="559"/>
                      <a:pt x="340" y="559"/>
                    </a:cubicBezTo>
                    <a:cubicBezTo>
                      <a:pt x="218" y="559"/>
                      <a:pt x="119" y="462"/>
                      <a:pt x="119" y="340"/>
                    </a:cubicBezTo>
                    <a:cubicBezTo>
                      <a:pt x="119" y="219"/>
                      <a:pt x="218" y="120"/>
                      <a:pt x="340" y="120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6" y="525"/>
                      <a:pt x="676" y="338"/>
                    </a:cubicBezTo>
                    <a:cubicBezTo>
                      <a:pt x="676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0" name="Google Shape;3780;p37"/>
              <p:cNvSpPr/>
              <p:nvPr/>
            </p:nvSpPr>
            <p:spPr>
              <a:xfrm>
                <a:off x="1467700" y="1889200"/>
                <a:ext cx="136950" cy="182975"/>
              </a:xfrm>
              <a:custGeom>
                <a:rect b="b" l="l" r="r" t="t"/>
                <a:pathLst>
                  <a:path extrusionOk="0" h="7319" w="5478">
                    <a:moveTo>
                      <a:pt x="5138" y="6761"/>
                    </a:moveTo>
                    <a:cubicBezTo>
                      <a:pt x="5260" y="6761"/>
                      <a:pt x="5359" y="6860"/>
                      <a:pt x="5359" y="6982"/>
                    </a:cubicBezTo>
                    <a:cubicBezTo>
                      <a:pt x="5359" y="7103"/>
                      <a:pt x="5260" y="7203"/>
                      <a:pt x="5138" y="7203"/>
                    </a:cubicBezTo>
                    <a:cubicBezTo>
                      <a:pt x="5017" y="7203"/>
                      <a:pt x="4917" y="7103"/>
                      <a:pt x="4917" y="6982"/>
                    </a:cubicBezTo>
                    <a:cubicBezTo>
                      <a:pt x="4917" y="6860"/>
                      <a:pt x="5017" y="6761"/>
                      <a:pt x="5138" y="6761"/>
                    </a:cubicBezTo>
                    <a:close/>
                    <a:moveTo>
                      <a:pt x="84" y="0"/>
                    </a:moveTo>
                    <a:lnTo>
                      <a:pt x="1" y="83"/>
                    </a:lnTo>
                    <a:lnTo>
                      <a:pt x="5080" y="5157"/>
                    </a:lnTo>
                    <a:lnTo>
                      <a:pt x="5080" y="6648"/>
                    </a:lnTo>
                    <a:cubicBezTo>
                      <a:pt x="4923" y="6675"/>
                      <a:pt x="4801" y="6813"/>
                      <a:pt x="4801" y="6982"/>
                    </a:cubicBezTo>
                    <a:cubicBezTo>
                      <a:pt x="4801" y="7167"/>
                      <a:pt x="4953" y="7318"/>
                      <a:pt x="5138" y="7318"/>
                    </a:cubicBezTo>
                    <a:cubicBezTo>
                      <a:pt x="5326" y="7318"/>
                      <a:pt x="5478" y="7167"/>
                      <a:pt x="5478" y="6982"/>
                    </a:cubicBezTo>
                    <a:cubicBezTo>
                      <a:pt x="5478" y="6813"/>
                      <a:pt x="5356" y="6675"/>
                      <a:pt x="5199" y="6648"/>
                    </a:cubicBezTo>
                    <a:lnTo>
                      <a:pt x="5199" y="5107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1" name="Google Shape;3781;p37"/>
              <p:cNvSpPr/>
              <p:nvPr/>
            </p:nvSpPr>
            <p:spPr>
              <a:xfrm>
                <a:off x="2292900" y="16110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2"/>
                      <a:pt x="461" y="561"/>
                      <a:pt x="340" y="561"/>
                    </a:cubicBezTo>
                    <a:cubicBezTo>
                      <a:pt x="218" y="561"/>
                      <a:pt x="119" y="462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37"/>
              <p:cNvSpPr/>
              <p:nvPr/>
            </p:nvSpPr>
            <p:spPr>
              <a:xfrm>
                <a:off x="1478875" y="1479550"/>
                <a:ext cx="477800" cy="641750"/>
              </a:xfrm>
              <a:custGeom>
                <a:rect b="b" l="l" r="r" t="t"/>
                <a:pathLst>
                  <a:path extrusionOk="0" h="25670" w="19112">
                    <a:moveTo>
                      <a:pt x="18775" y="25112"/>
                    </a:moveTo>
                    <a:cubicBezTo>
                      <a:pt x="18897" y="25112"/>
                      <a:pt x="18996" y="25212"/>
                      <a:pt x="18996" y="25333"/>
                    </a:cubicBezTo>
                    <a:cubicBezTo>
                      <a:pt x="18996" y="25455"/>
                      <a:pt x="18897" y="25554"/>
                      <a:pt x="18775" y="25554"/>
                    </a:cubicBezTo>
                    <a:cubicBezTo>
                      <a:pt x="18654" y="25554"/>
                      <a:pt x="18554" y="25455"/>
                      <a:pt x="18554" y="25333"/>
                    </a:cubicBezTo>
                    <a:cubicBezTo>
                      <a:pt x="18554" y="25212"/>
                      <a:pt x="18654" y="25112"/>
                      <a:pt x="18775" y="25112"/>
                    </a:cubicBezTo>
                    <a:close/>
                    <a:moveTo>
                      <a:pt x="1" y="0"/>
                    </a:moveTo>
                    <a:lnTo>
                      <a:pt x="1" y="119"/>
                    </a:lnTo>
                    <a:lnTo>
                      <a:pt x="2690" y="119"/>
                    </a:lnTo>
                    <a:lnTo>
                      <a:pt x="3385" y="823"/>
                    </a:lnTo>
                    <a:lnTo>
                      <a:pt x="3385" y="10051"/>
                    </a:lnTo>
                    <a:lnTo>
                      <a:pt x="18496" y="25140"/>
                    </a:lnTo>
                    <a:cubicBezTo>
                      <a:pt x="18460" y="25195"/>
                      <a:pt x="18436" y="25261"/>
                      <a:pt x="18436" y="25333"/>
                    </a:cubicBezTo>
                    <a:cubicBezTo>
                      <a:pt x="18436" y="25518"/>
                      <a:pt x="18587" y="25670"/>
                      <a:pt x="18775" y="25670"/>
                    </a:cubicBezTo>
                    <a:cubicBezTo>
                      <a:pt x="18960" y="25670"/>
                      <a:pt x="19112" y="25518"/>
                      <a:pt x="19112" y="25333"/>
                    </a:cubicBezTo>
                    <a:cubicBezTo>
                      <a:pt x="19112" y="25145"/>
                      <a:pt x="18960" y="24994"/>
                      <a:pt x="18775" y="24994"/>
                    </a:cubicBezTo>
                    <a:cubicBezTo>
                      <a:pt x="18703" y="24994"/>
                      <a:pt x="18637" y="25018"/>
                      <a:pt x="18582" y="25057"/>
                    </a:cubicBezTo>
                    <a:lnTo>
                      <a:pt x="3501" y="10004"/>
                    </a:lnTo>
                    <a:lnTo>
                      <a:pt x="3501" y="773"/>
                    </a:lnTo>
                    <a:lnTo>
                      <a:pt x="273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37"/>
              <p:cNvSpPr/>
              <p:nvPr/>
            </p:nvSpPr>
            <p:spPr>
              <a:xfrm>
                <a:off x="1467775" y="1794925"/>
                <a:ext cx="496025" cy="426050"/>
              </a:xfrm>
              <a:custGeom>
                <a:rect b="b" l="l" r="r" t="t"/>
                <a:pathLst>
                  <a:path extrusionOk="0" h="17042" w="19841">
                    <a:moveTo>
                      <a:pt x="332" y="1"/>
                    </a:moveTo>
                    <a:lnTo>
                      <a:pt x="1" y="335"/>
                    </a:lnTo>
                    <a:lnTo>
                      <a:pt x="8691" y="8961"/>
                    </a:lnTo>
                    <a:lnTo>
                      <a:pt x="11368" y="8961"/>
                    </a:lnTo>
                    <a:lnTo>
                      <a:pt x="19053" y="16591"/>
                    </a:lnTo>
                    <a:cubicBezTo>
                      <a:pt x="19051" y="16608"/>
                      <a:pt x="19048" y="16627"/>
                      <a:pt x="19048" y="16644"/>
                    </a:cubicBezTo>
                    <a:cubicBezTo>
                      <a:pt x="19048" y="16864"/>
                      <a:pt x="19225" y="17041"/>
                      <a:pt x="19443" y="17041"/>
                    </a:cubicBezTo>
                    <a:cubicBezTo>
                      <a:pt x="19661" y="17041"/>
                      <a:pt x="19840" y="16864"/>
                      <a:pt x="19840" y="16644"/>
                    </a:cubicBezTo>
                    <a:cubicBezTo>
                      <a:pt x="19837" y="16425"/>
                      <a:pt x="19661" y="16249"/>
                      <a:pt x="19443" y="16249"/>
                    </a:cubicBezTo>
                    <a:cubicBezTo>
                      <a:pt x="19423" y="16249"/>
                      <a:pt x="19404" y="16252"/>
                      <a:pt x="19385" y="16254"/>
                    </a:cubicBezTo>
                    <a:lnTo>
                      <a:pt x="11561" y="8489"/>
                    </a:lnTo>
                    <a:lnTo>
                      <a:pt x="8884" y="8489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37"/>
              <p:cNvSpPr/>
              <p:nvPr/>
            </p:nvSpPr>
            <p:spPr>
              <a:xfrm>
                <a:off x="1707600" y="21023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37" y="117"/>
                    </a:moveTo>
                    <a:cubicBezTo>
                      <a:pt x="461" y="117"/>
                      <a:pt x="558" y="216"/>
                      <a:pt x="558" y="338"/>
                    </a:cubicBezTo>
                    <a:cubicBezTo>
                      <a:pt x="558" y="459"/>
                      <a:pt x="461" y="558"/>
                      <a:pt x="337" y="558"/>
                    </a:cubicBezTo>
                    <a:cubicBezTo>
                      <a:pt x="216" y="558"/>
                      <a:pt x="119" y="459"/>
                      <a:pt x="119" y="338"/>
                    </a:cubicBezTo>
                    <a:cubicBezTo>
                      <a:pt x="119" y="216"/>
                      <a:pt x="216" y="117"/>
                      <a:pt x="337" y="117"/>
                    </a:cubicBezTo>
                    <a:close/>
                    <a:moveTo>
                      <a:pt x="337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37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37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37"/>
              <p:cNvSpPr/>
              <p:nvPr/>
            </p:nvSpPr>
            <p:spPr>
              <a:xfrm>
                <a:off x="2694325" y="1972500"/>
                <a:ext cx="284150" cy="305875"/>
              </a:xfrm>
              <a:custGeom>
                <a:rect b="b" l="l" r="r" t="t"/>
                <a:pathLst>
                  <a:path extrusionOk="0" h="12235" w="11366">
                    <a:moveTo>
                      <a:pt x="338" y="11677"/>
                    </a:moveTo>
                    <a:cubicBezTo>
                      <a:pt x="459" y="11677"/>
                      <a:pt x="558" y="11777"/>
                      <a:pt x="558" y="11898"/>
                    </a:cubicBezTo>
                    <a:cubicBezTo>
                      <a:pt x="558" y="12019"/>
                      <a:pt x="459" y="12119"/>
                      <a:pt x="338" y="12119"/>
                    </a:cubicBezTo>
                    <a:cubicBezTo>
                      <a:pt x="216" y="12119"/>
                      <a:pt x="117" y="12019"/>
                      <a:pt x="117" y="11898"/>
                    </a:cubicBezTo>
                    <a:cubicBezTo>
                      <a:pt x="117" y="11777"/>
                      <a:pt x="216" y="11677"/>
                      <a:pt x="338" y="11677"/>
                    </a:cubicBezTo>
                    <a:close/>
                    <a:moveTo>
                      <a:pt x="4296" y="0"/>
                    </a:moveTo>
                    <a:lnTo>
                      <a:pt x="3603" y="699"/>
                    </a:lnTo>
                    <a:lnTo>
                      <a:pt x="3603" y="5124"/>
                    </a:lnTo>
                    <a:lnTo>
                      <a:pt x="296" y="8453"/>
                    </a:lnTo>
                    <a:lnTo>
                      <a:pt x="280" y="8469"/>
                    </a:lnTo>
                    <a:lnTo>
                      <a:pt x="280" y="11564"/>
                    </a:lnTo>
                    <a:cubicBezTo>
                      <a:pt x="122" y="11594"/>
                      <a:pt x="1" y="11732"/>
                      <a:pt x="1" y="11898"/>
                    </a:cubicBezTo>
                    <a:cubicBezTo>
                      <a:pt x="1" y="12083"/>
                      <a:pt x="153" y="12235"/>
                      <a:pt x="338" y="12235"/>
                    </a:cubicBezTo>
                    <a:cubicBezTo>
                      <a:pt x="525" y="12235"/>
                      <a:pt x="677" y="12083"/>
                      <a:pt x="677" y="11898"/>
                    </a:cubicBezTo>
                    <a:cubicBezTo>
                      <a:pt x="677" y="11732"/>
                      <a:pt x="556" y="11594"/>
                      <a:pt x="398" y="11564"/>
                    </a:cubicBezTo>
                    <a:lnTo>
                      <a:pt x="398" y="8519"/>
                    </a:lnTo>
                    <a:lnTo>
                      <a:pt x="3719" y="5171"/>
                    </a:lnTo>
                    <a:lnTo>
                      <a:pt x="3719" y="748"/>
                    </a:lnTo>
                    <a:lnTo>
                      <a:pt x="4346" y="119"/>
                    </a:lnTo>
                    <a:lnTo>
                      <a:pt x="11366" y="119"/>
                    </a:lnTo>
                    <a:lnTo>
                      <a:pt x="1136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6" name="Google Shape;3786;p37"/>
              <p:cNvSpPr/>
              <p:nvPr/>
            </p:nvSpPr>
            <p:spPr>
              <a:xfrm>
                <a:off x="2883975" y="2012650"/>
                <a:ext cx="19775" cy="19850"/>
              </a:xfrm>
              <a:custGeom>
                <a:rect b="b" l="l" r="r" t="t"/>
                <a:pathLst>
                  <a:path extrusionOk="0" h="794" w="791">
                    <a:moveTo>
                      <a:pt x="395" y="1"/>
                    </a:moveTo>
                    <a:cubicBezTo>
                      <a:pt x="177" y="1"/>
                      <a:pt x="1" y="178"/>
                      <a:pt x="1" y="398"/>
                    </a:cubicBezTo>
                    <a:cubicBezTo>
                      <a:pt x="1" y="616"/>
                      <a:pt x="177" y="793"/>
                      <a:pt x="395" y="793"/>
                    </a:cubicBezTo>
                    <a:cubicBezTo>
                      <a:pt x="613" y="793"/>
                      <a:pt x="790" y="616"/>
                      <a:pt x="790" y="398"/>
                    </a:cubicBezTo>
                    <a:cubicBezTo>
                      <a:pt x="790" y="178"/>
                      <a:pt x="613" y="1"/>
                      <a:pt x="395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7" name="Google Shape;3787;p37"/>
              <p:cNvSpPr/>
              <p:nvPr/>
            </p:nvSpPr>
            <p:spPr>
              <a:xfrm>
                <a:off x="2855125" y="2014100"/>
                <a:ext cx="16950" cy="16950"/>
              </a:xfrm>
              <a:custGeom>
                <a:rect b="b" l="l" r="r" t="t"/>
                <a:pathLst>
                  <a:path extrusionOk="0" h="678" w="678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61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37"/>
              <p:cNvSpPr/>
              <p:nvPr/>
            </p:nvSpPr>
            <p:spPr>
              <a:xfrm>
                <a:off x="2504275" y="1775475"/>
                <a:ext cx="497125" cy="627900"/>
              </a:xfrm>
              <a:custGeom>
                <a:rect b="b" l="l" r="r" t="t"/>
                <a:pathLst>
                  <a:path extrusionOk="0" h="25116" w="19885">
                    <a:moveTo>
                      <a:pt x="19550" y="0"/>
                    </a:moveTo>
                    <a:lnTo>
                      <a:pt x="15318" y="4262"/>
                    </a:lnTo>
                    <a:lnTo>
                      <a:pt x="8448" y="4262"/>
                    </a:lnTo>
                    <a:lnTo>
                      <a:pt x="161" y="12613"/>
                    </a:lnTo>
                    <a:lnTo>
                      <a:pt x="161" y="24403"/>
                    </a:lnTo>
                    <a:cubicBezTo>
                      <a:pt x="64" y="24477"/>
                      <a:pt x="0" y="24591"/>
                      <a:pt x="0" y="24720"/>
                    </a:cubicBezTo>
                    <a:cubicBezTo>
                      <a:pt x="0" y="24938"/>
                      <a:pt x="177" y="25115"/>
                      <a:pt x="395" y="25115"/>
                    </a:cubicBezTo>
                    <a:cubicBezTo>
                      <a:pt x="616" y="25115"/>
                      <a:pt x="793" y="24938"/>
                      <a:pt x="793" y="24720"/>
                    </a:cubicBezTo>
                    <a:cubicBezTo>
                      <a:pt x="793" y="24591"/>
                      <a:pt x="729" y="24477"/>
                      <a:pt x="633" y="24403"/>
                    </a:cubicBezTo>
                    <a:lnTo>
                      <a:pt x="633" y="12806"/>
                    </a:lnTo>
                    <a:lnTo>
                      <a:pt x="8644" y="4734"/>
                    </a:lnTo>
                    <a:lnTo>
                      <a:pt x="15514" y="4734"/>
                    </a:lnTo>
                    <a:lnTo>
                      <a:pt x="19884" y="331"/>
                    </a:lnTo>
                    <a:lnTo>
                      <a:pt x="1955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9" name="Google Shape;3789;p37"/>
              <p:cNvSpPr/>
              <p:nvPr/>
            </p:nvSpPr>
            <p:spPr>
              <a:xfrm>
                <a:off x="2824900" y="20141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2" y="117"/>
                      <a:pt x="561" y="216"/>
                      <a:pt x="561" y="338"/>
                    </a:cubicBezTo>
                    <a:cubicBezTo>
                      <a:pt x="558" y="462"/>
                      <a:pt x="462" y="558"/>
                      <a:pt x="340" y="558"/>
                    </a:cubicBezTo>
                    <a:cubicBezTo>
                      <a:pt x="219" y="558"/>
                      <a:pt x="119" y="459"/>
                      <a:pt x="119" y="338"/>
                    </a:cubicBezTo>
                    <a:cubicBezTo>
                      <a:pt x="119" y="216"/>
                      <a:pt x="219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3" y="1"/>
                      <a:pt x="1" y="153"/>
                      <a:pt x="1" y="338"/>
                    </a:cubicBezTo>
                    <a:cubicBezTo>
                      <a:pt x="1" y="525"/>
                      <a:pt x="153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0" name="Google Shape;3790;p37"/>
              <p:cNvSpPr/>
              <p:nvPr/>
            </p:nvSpPr>
            <p:spPr>
              <a:xfrm>
                <a:off x="2670875" y="1949175"/>
                <a:ext cx="307600" cy="329200"/>
              </a:xfrm>
              <a:custGeom>
                <a:rect b="b" l="l" r="r" t="t"/>
                <a:pathLst>
                  <a:path extrusionOk="0" h="13168" w="12304">
                    <a:moveTo>
                      <a:pt x="337" y="12610"/>
                    </a:moveTo>
                    <a:cubicBezTo>
                      <a:pt x="458" y="12610"/>
                      <a:pt x="558" y="12710"/>
                      <a:pt x="558" y="12831"/>
                    </a:cubicBezTo>
                    <a:cubicBezTo>
                      <a:pt x="558" y="12952"/>
                      <a:pt x="458" y="13052"/>
                      <a:pt x="337" y="13052"/>
                    </a:cubicBezTo>
                    <a:cubicBezTo>
                      <a:pt x="216" y="13052"/>
                      <a:pt x="116" y="12952"/>
                      <a:pt x="116" y="12831"/>
                    </a:cubicBezTo>
                    <a:cubicBezTo>
                      <a:pt x="116" y="12710"/>
                      <a:pt x="216" y="12610"/>
                      <a:pt x="337" y="12610"/>
                    </a:cubicBezTo>
                    <a:close/>
                    <a:moveTo>
                      <a:pt x="4928" y="0"/>
                    </a:moveTo>
                    <a:lnTo>
                      <a:pt x="3603" y="1336"/>
                    </a:lnTo>
                    <a:lnTo>
                      <a:pt x="3603" y="5761"/>
                    </a:lnTo>
                    <a:lnTo>
                      <a:pt x="296" y="9091"/>
                    </a:lnTo>
                    <a:lnTo>
                      <a:pt x="279" y="9107"/>
                    </a:lnTo>
                    <a:lnTo>
                      <a:pt x="279" y="12497"/>
                    </a:lnTo>
                    <a:cubicBezTo>
                      <a:pt x="119" y="12527"/>
                      <a:pt x="0" y="12665"/>
                      <a:pt x="0" y="12831"/>
                    </a:cubicBezTo>
                    <a:cubicBezTo>
                      <a:pt x="0" y="13016"/>
                      <a:pt x="152" y="13168"/>
                      <a:pt x="337" y="13168"/>
                    </a:cubicBezTo>
                    <a:cubicBezTo>
                      <a:pt x="525" y="13168"/>
                      <a:pt x="677" y="13016"/>
                      <a:pt x="677" y="12831"/>
                    </a:cubicBezTo>
                    <a:cubicBezTo>
                      <a:pt x="677" y="12665"/>
                      <a:pt x="555" y="12527"/>
                      <a:pt x="398" y="12497"/>
                    </a:cubicBezTo>
                    <a:lnTo>
                      <a:pt x="398" y="9157"/>
                    </a:lnTo>
                    <a:lnTo>
                      <a:pt x="3719" y="5808"/>
                    </a:lnTo>
                    <a:lnTo>
                      <a:pt x="3719" y="1383"/>
                    </a:lnTo>
                    <a:lnTo>
                      <a:pt x="4977" y="116"/>
                    </a:lnTo>
                    <a:lnTo>
                      <a:pt x="12304" y="116"/>
                    </a:lnTo>
                    <a:lnTo>
                      <a:pt x="1230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37"/>
              <p:cNvSpPr/>
              <p:nvPr/>
            </p:nvSpPr>
            <p:spPr>
              <a:xfrm>
                <a:off x="2647325" y="1851175"/>
                <a:ext cx="330400" cy="427275"/>
              </a:xfrm>
              <a:custGeom>
                <a:rect b="b" l="l" r="r" t="t"/>
                <a:pathLst>
                  <a:path extrusionOk="0" h="17091" w="13216">
                    <a:moveTo>
                      <a:pt x="340" y="16530"/>
                    </a:moveTo>
                    <a:cubicBezTo>
                      <a:pt x="462" y="16530"/>
                      <a:pt x="561" y="16630"/>
                      <a:pt x="561" y="16751"/>
                    </a:cubicBezTo>
                    <a:cubicBezTo>
                      <a:pt x="561" y="16872"/>
                      <a:pt x="462" y="16972"/>
                      <a:pt x="340" y="16972"/>
                    </a:cubicBezTo>
                    <a:cubicBezTo>
                      <a:pt x="219" y="16972"/>
                      <a:pt x="120" y="16872"/>
                      <a:pt x="120" y="16751"/>
                    </a:cubicBezTo>
                    <a:cubicBezTo>
                      <a:pt x="120" y="16630"/>
                      <a:pt x="219" y="16530"/>
                      <a:pt x="340" y="16530"/>
                    </a:cubicBezTo>
                    <a:close/>
                    <a:moveTo>
                      <a:pt x="13133" y="0"/>
                    </a:moveTo>
                    <a:lnTo>
                      <a:pt x="10173" y="2984"/>
                    </a:lnTo>
                    <a:lnTo>
                      <a:pt x="5577" y="2984"/>
                    </a:lnTo>
                    <a:lnTo>
                      <a:pt x="3614" y="4964"/>
                    </a:lnTo>
                    <a:lnTo>
                      <a:pt x="3614" y="9389"/>
                    </a:lnTo>
                    <a:lnTo>
                      <a:pt x="291" y="12735"/>
                    </a:lnTo>
                    <a:lnTo>
                      <a:pt x="282" y="16420"/>
                    </a:lnTo>
                    <a:cubicBezTo>
                      <a:pt x="122" y="16447"/>
                      <a:pt x="1" y="16585"/>
                      <a:pt x="1" y="16751"/>
                    </a:cubicBezTo>
                    <a:cubicBezTo>
                      <a:pt x="1" y="16939"/>
                      <a:pt x="153" y="17091"/>
                      <a:pt x="340" y="17091"/>
                    </a:cubicBezTo>
                    <a:cubicBezTo>
                      <a:pt x="528" y="17091"/>
                      <a:pt x="680" y="16939"/>
                      <a:pt x="680" y="16751"/>
                    </a:cubicBezTo>
                    <a:cubicBezTo>
                      <a:pt x="680" y="16585"/>
                      <a:pt x="559" y="16447"/>
                      <a:pt x="401" y="16417"/>
                    </a:cubicBezTo>
                    <a:lnTo>
                      <a:pt x="409" y="12784"/>
                    </a:lnTo>
                    <a:lnTo>
                      <a:pt x="3730" y="9436"/>
                    </a:lnTo>
                    <a:lnTo>
                      <a:pt x="3730" y="5011"/>
                    </a:lnTo>
                    <a:lnTo>
                      <a:pt x="5627" y="3103"/>
                    </a:lnTo>
                    <a:lnTo>
                      <a:pt x="10220" y="3103"/>
                    </a:lnTo>
                    <a:lnTo>
                      <a:pt x="13215" y="86"/>
                    </a:lnTo>
                    <a:lnTo>
                      <a:pt x="1313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2" name="Google Shape;3792;p37"/>
              <p:cNvSpPr/>
              <p:nvPr/>
            </p:nvSpPr>
            <p:spPr>
              <a:xfrm>
                <a:off x="2414275" y="1478925"/>
                <a:ext cx="324450" cy="777500"/>
              </a:xfrm>
              <a:custGeom>
                <a:rect b="b" l="l" r="r" t="t"/>
                <a:pathLst>
                  <a:path extrusionOk="0" h="31100" w="12978">
                    <a:moveTo>
                      <a:pt x="340" y="30540"/>
                    </a:moveTo>
                    <a:cubicBezTo>
                      <a:pt x="462" y="30540"/>
                      <a:pt x="561" y="30639"/>
                      <a:pt x="561" y="30760"/>
                    </a:cubicBezTo>
                    <a:cubicBezTo>
                      <a:pt x="561" y="30882"/>
                      <a:pt x="462" y="30981"/>
                      <a:pt x="340" y="30981"/>
                    </a:cubicBezTo>
                    <a:cubicBezTo>
                      <a:pt x="219" y="30981"/>
                      <a:pt x="119" y="30882"/>
                      <a:pt x="119" y="30760"/>
                    </a:cubicBezTo>
                    <a:cubicBezTo>
                      <a:pt x="119" y="30639"/>
                      <a:pt x="219" y="30540"/>
                      <a:pt x="340" y="30540"/>
                    </a:cubicBezTo>
                    <a:close/>
                    <a:moveTo>
                      <a:pt x="12895" y="0"/>
                    </a:moveTo>
                    <a:lnTo>
                      <a:pt x="4834" y="8097"/>
                    </a:lnTo>
                    <a:lnTo>
                      <a:pt x="4818" y="8116"/>
                    </a:lnTo>
                    <a:lnTo>
                      <a:pt x="4818" y="15097"/>
                    </a:lnTo>
                    <a:lnTo>
                      <a:pt x="953" y="18979"/>
                    </a:lnTo>
                    <a:lnTo>
                      <a:pt x="953" y="24364"/>
                    </a:lnTo>
                    <a:lnTo>
                      <a:pt x="282" y="25041"/>
                    </a:lnTo>
                    <a:lnTo>
                      <a:pt x="282" y="30429"/>
                    </a:lnTo>
                    <a:cubicBezTo>
                      <a:pt x="122" y="30457"/>
                      <a:pt x="1" y="30595"/>
                      <a:pt x="1" y="30760"/>
                    </a:cubicBezTo>
                    <a:cubicBezTo>
                      <a:pt x="1" y="30948"/>
                      <a:pt x="153" y="31100"/>
                      <a:pt x="340" y="31100"/>
                    </a:cubicBezTo>
                    <a:cubicBezTo>
                      <a:pt x="528" y="31100"/>
                      <a:pt x="680" y="30948"/>
                      <a:pt x="680" y="30760"/>
                    </a:cubicBezTo>
                    <a:cubicBezTo>
                      <a:pt x="680" y="30595"/>
                      <a:pt x="558" y="30457"/>
                      <a:pt x="398" y="30429"/>
                    </a:cubicBezTo>
                    <a:lnTo>
                      <a:pt x="398" y="25090"/>
                    </a:lnTo>
                    <a:lnTo>
                      <a:pt x="1072" y="24414"/>
                    </a:lnTo>
                    <a:lnTo>
                      <a:pt x="1072" y="19028"/>
                    </a:lnTo>
                    <a:lnTo>
                      <a:pt x="4936" y="15147"/>
                    </a:lnTo>
                    <a:lnTo>
                      <a:pt x="4936" y="8163"/>
                    </a:lnTo>
                    <a:lnTo>
                      <a:pt x="12978" y="83"/>
                    </a:lnTo>
                    <a:lnTo>
                      <a:pt x="1289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3" name="Google Shape;3793;p37"/>
              <p:cNvSpPr/>
              <p:nvPr/>
            </p:nvSpPr>
            <p:spPr>
              <a:xfrm>
                <a:off x="2294950" y="1643925"/>
                <a:ext cx="112925" cy="685675"/>
              </a:xfrm>
              <a:custGeom>
                <a:rect b="b" l="l" r="r" t="t"/>
                <a:pathLst>
                  <a:path extrusionOk="0" h="27427" w="4517">
                    <a:moveTo>
                      <a:pt x="338" y="26866"/>
                    </a:moveTo>
                    <a:cubicBezTo>
                      <a:pt x="462" y="26866"/>
                      <a:pt x="558" y="26965"/>
                      <a:pt x="558" y="27087"/>
                    </a:cubicBezTo>
                    <a:cubicBezTo>
                      <a:pt x="558" y="27208"/>
                      <a:pt x="462" y="27307"/>
                      <a:pt x="338" y="27307"/>
                    </a:cubicBezTo>
                    <a:cubicBezTo>
                      <a:pt x="216" y="27307"/>
                      <a:pt x="120" y="27208"/>
                      <a:pt x="120" y="27087"/>
                    </a:cubicBezTo>
                    <a:cubicBezTo>
                      <a:pt x="120" y="26965"/>
                      <a:pt x="216" y="26866"/>
                      <a:pt x="338" y="26866"/>
                    </a:cubicBezTo>
                    <a:close/>
                    <a:moveTo>
                      <a:pt x="4398" y="1"/>
                    </a:moveTo>
                    <a:lnTo>
                      <a:pt x="4398" y="6093"/>
                    </a:lnTo>
                    <a:lnTo>
                      <a:pt x="1097" y="9408"/>
                    </a:lnTo>
                    <a:lnTo>
                      <a:pt x="1077" y="9425"/>
                    </a:lnTo>
                    <a:lnTo>
                      <a:pt x="1077" y="19592"/>
                    </a:lnTo>
                    <a:lnTo>
                      <a:pt x="280" y="20392"/>
                    </a:lnTo>
                    <a:lnTo>
                      <a:pt x="280" y="26755"/>
                    </a:lnTo>
                    <a:cubicBezTo>
                      <a:pt x="122" y="26783"/>
                      <a:pt x="1" y="26921"/>
                      <a:pt x="1" y="27087"/>
                    </a:cubicBezTo>
                    <a:cubicBezTo>
                      <a:pt x="1" y="27274"/>
                      <a:pt x="153" y="27426"/>
                      <a:pt x="340" y="27426"/>
                    </a:cubicBezTo>
                    <a:cubicBezTo>
                      <a:pt x="525" y="27426"/>
                      <a:pt x="677" y="27274"/>
                      <a:pt x="677" y="27087"/>
                    </a:cubicBezTo>
                    <a:cubicBezTo>
                      <a:pt x="677" y="26921"/>
                      <a:pt x="556" y="26783"/>
                      <a:pt x="398" y="26755"/>
                    </a:cubicBezTo>
                    <a:lnTo>
                      <a:pt x="398" y="20442"/>
                    </a:lnTo>
                    <a:lnTo>
                      <a:pt x="1196" y="19639"/>
                    </a:lnTo>
                    <a:lnTo>
                      <a:pt x="1196" y="9475"/>
                    </a:lnTo>
                    <a:lnTo>
                      <a:pt x="4500" y="6159"/>
                    </a:lnTo>
                    <a:lnTo>
                      <a:pt x="4517" y="6143"/>
                    </a:lnTo>
                    <a:lnTo>
                      <a:pt x="451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4" name="Google Shape;3794;p37"/>
              <p:cNvSpPr/>
              <p:nvPr/>
            </p:nvSpPr>
            <p:spPr>
              <a:xfrm>
                <a:off x="2319325" y="978025"/>
                <a:ext cx="44250" cy="465925"/>
              </a:xfrm>
              <a:custGeom>
                <a:rect b="b" l="l" r="r" t="t"/>
                <a:pathLst>
                  <a:path extrusionOk="0" h="18637" w="1770">
                    <a:moveTo>
                      <a:pt x="1430" y="18076"/>
                    </a:moveTo>
                    <a:cubicBezTo>
                      <a:pt x="1552" y="18076"/>
                      <a:pt x="1651" y="18176"/>
                      <a:pt x="1651" y="18297"/>
                    </a:cubicBezTo>
                    <a:cubicBezTo>
                      <a:pt x="1651" y="18419"/>
                      <a:pt x="1552" y="18518"/>
                      <a:pt x="1430" y="18518"/>
                    </a:cubicBezTo>
                    <a:cubicBezTo>
                      <a:pt x="1309" y="18518"/>
                      <a:pt x="1209" y="18419"/>
                      <a:pt x="1209" y="18297"/>
                    </a:cubicBezTo>
                    <a:cubicBezTo>
                      <a:pt x="1209" y="18176"/>
                      <a:pt x="1309" y="18076"/>
                      <a:pt x="1430" y="18076"/>
                    </a:cubicBezTo>
                    <a:close/>
                    <a:moveTo>
                      <a:pt x="0" y="1"/>
                    </a:moveTo>
                    <a:lnTo>
                      <a:pt x="0" y="9461"/>
                    </a:lnTo>
                    <a:lnTo>
                      <a:pt x="1372" y="10822"/>
                    </a:lnTo>
                    <a:lnTo>
                      <a:pt x="1372" y="17966"/>
                    </a:lnTo>
                    <a:cubicBezTo>
                      <a:pt x="1212" y="17993"/>
                      <a:pt x="1093" y="18131"/>
                      <a:pt x="1093" y="18297"/>
                    </a:cubicBezTo>
                    <a:cubicBezTo>
                      <a:pt x="1093" y="18485"/>
                      <a:pt x="1245" y="18637"/>
                      <a:pt x="1430" y="18637"/>
                    </a:cubicBezTo>
                    <a:cubicBezTo>
                      <a:pt x="1618" y="18637"/>
                      <a:pt x="1770" y="18485"/>
                      <a:pt x="1770" y="18297"/>
                    </a:cubicBezTo>
                    <a:cubicBezTo>
                      <a:pt x="1770" y="18131"/>
                      <a:pt x="1648" y="17993"/>
                      <a:pt x="1491" y="17966"/>
                    </a:cubicBezTo>
                    <a:lnTo>
                      <a:pt x="1491" y="10772"/>
                    </a:lnTo>
                    <a:lnTo>
                      <a:pt x="119" y="9411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37"/>
              <p:cNvSpPr/>
              <p:nvPr/>
            </p:nvSpPr>
            <p:spPr>
              <a:xfrm>
                <a:off x="2383650" y="1447800"/>
                <a:ext cx="355075" cy="632575"/>
              </a:xfrm>
              <a:custGeom>
                <a:rect b="b" l="l" r="r" t="t"/>
                <a:pathLst>
                  <a:path extrusionOk="0" h="25303" w="14203">
                    <a:moveTo>
                      <a:pt x="340" y="24743"/>
                    </a:moveTo>
                    <a:cubicBezTo>
                      <a:pt x="461" y="24743"/>
                      <a:pt x="558" y="24842"/>
                      <a:pt x="558" y="24963"/>
                    </a:cubicBezTo>
                    <a:cubicBezTo>
                      <a:pt x="558" y="25085"/>
                      <a:pt x="461" y="25184"/>
                      <a:pt x="340" y="25184"/>
                    </a:cubicBezTo>
                    <a:cubicBezTo>
                      <a:pt x="218" y="25184"/>
                      <a:pt x="119" y="25085"/>
                      <a:pt x="119" y="24963"/>
                    </a:cubicBezTo>
                    <a:cubicBezTo>
                      <a:pt x="119" y="24842"/>
                      <a:pt x="218" y="24743"/>
                      <a:pt x="340" y="24743"/>
                    </a:cubicBezTo>
                    <a:close/>
                    <a:moveTo>
                      <a:pt x="14120" y="0"/>
                    </a:moveTo>
                    <a:lnTo>
                      <a:pt x="5115" y="9046"/>
                    </a:lnTo>
                    <a:lnTo>
                      <a:pt x="5099" y="9063"/>
                    </a:lnTo>
                    <a:lnTo>
                      <a:pt x="5099" y="16044"/>
                    </a:lnTo>
                    <a:lnTo>
                      <a:pt x="1234" y="19926"/>
                    </a:lnTo>
                    <a:lnTo>
                      <a:pt x="1234" y="21275"/>
                    </a:lnTo>
                    <a:lnTo>
                      <a:pt x="279" y="22236"/>
                    </a:lnTo>
                    <a:lnTo>
                      <a:pt x="279" y="24632"/>
                    </a:lnTo>
                    <a:cubicBezTo>
                      <a:pt x="122" y="24660"/>
                      <a:pt x="0" y="24798"/>
                      <a:pt x="0" y="24963"/>
                    </a:cubicBezTo>
                    <a:cubicBezTo>
                      <a:pt x="0" y="25151"/>
                      <a:pt x="152" y="25303"/>
                      <a:pt x="337" y="25303"/>
                    </a:cubicBezTo>
                    <a:cubicBezTo>
                      <a:pt x="525" y="25303"/>
                      <a:pt x="676" y="25151"/>
                      <a:pt x="676" y="24963"/>
                    </a:cubicBezTo>
                    <a:cubicBezTo>
                      <a:pt x="676" y="24798"/>
                      <a:pt x="555" y="24660"/>
                      <a:pt x="398" y="24632"/>
                    </a:cubicBezTo>
                    <a:lnTo>
                      <a:pt x="398" y="22286"/>
                    </a:lnTo>
                    <a:lnTo>
                      <a:pt x="1353" y="21325"/>
                    </a:lnTo>
                    <a:lnTo>
                      <a:pt x="1353" y="19975"/>
                    </a:lnTo>
                    <a:lnTo>
                      <a:pt x="5215" y="16094"/>
                    </a:lnTo>
                    <a:lnTo>
                      <a:pt x="5215" y="9110"/>
                    </a:lnTo>
                    <a:lnTo>
                      <a:pt x="14203" y="83"/>
                    </a:lnTo>
                    <a:lnTo>
                      <a:pt x="14120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37"/>
              <p:cNvSpPr/>
              <p:nvPr/>
            </p:nvSpPr>
            <p:spPr>
              <a:xfrm>
                <a:off x="2570600" y="2009975"/>
                <a:ext cx="134375" cy="180625"/>
              </a:xfrm>
              <a:custGeom>
                <a:rect b="b" l="l" r="r" t="t"/>
                <a:pathLst>
                  <a:path extrusionOk="0" h="7225" w="5375">
                    <a:moveTo>
                      <a:pt x="340" y="6667"/>
                    </a:moveTo>
                    <a:cubicBezTo>
                      <a:pt x="461" y="6667"/>
                      <a:pt x="561" y="6766"/>
                      <a:pt x="561" y="6888"/>
                    </a:cubicBezTo>
                    <a:cubicBezTo>
                      <a:pt x="561" y="7009"/>
                      <a:pt x="461" y="7109"/>
                      <a:pt x="340" y="7109"/>
                    </a:cubicBezTo>
                    <a:cubicBezTo>
                      <a:pt x="218" y="7109"/>
                      <a:pt x="119" y="7009"/>
                      <a:pt x="119" y="6888"/>
                    </a:cubicBezTo>
                    <a:cubicBezTo>
                      <a:pt x="119" y="6766"/>
                      <a:pt x="218" y="6667"/>
                      <a:pt x="340" y="6667"/>
                    </a:cubicBezTo>
                    <a:close/>
                    <a:moveTo>
                      <a:pt x="5292" y="0"/>
                    </a:moveTo>
                    <a:lnTo>
                      <a:pt x="298" y="5033"/>
                    </a:lnTo>
                    <a:lnTo>
                      <a:pt x="282" y="5049"/>
                    </a:lnTo>
                    <a:lnTo>
                      <a:pt x="282" y="6554"/>
                    </a:lnTo>
                    <a:cubicBezTo>
                      <a:pt x="122" y="6581"/>
                      <a:pt x="0" y="6719"/>
                      <a:pt x="0" y="6888"/>
                    </a:cubicBezTo>
                    <a:cubicBezTo>
                      <a:pt x="0" y="7073"/>
                      <a:pt x="152" y="7224"/>
                      <a:pt x="340" y="7224"/>
                    </a:cubicBezTo>
                    <a:cubicBezTo>
                      <a:pt x="528" y="7224"/>
                      <a:pt x="679" y="7073"/>
                      <a:pt x="679" y="6888"/>
                    </a:cubicBezTo>
                    <a:cubicBezTo>
                      <a:pt x="679" y="6719"/>
                      <a:pt x="558" y="6581"/>
                      <a:pt x="398" y="6554"/>
                    </a:cubicBezTo>
                    <a:lnTo>
                      <a:pt x="398" y="5099"/>
                    </a:lnTo>
                    <a:lnTo>
                      <a:pt x="5375" y="83"/>
                    </a:lnTo>
                    <a:lnTo>
                      <a:pt x="5292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37"/>
              <p:cNvSpPr/>
              <p:nvPr/>
            </p:nvSpPr>
            <p:spPr>
              <a:xfrm>
                <a:off x="2598200" y="2046475"/>
                <a:ext cx="106775" cy="190075"/>
              </a:xfrm>
              <a:custGeom>
                <a:rect b="b" l="l" r="r" t="t"/>
                <a:pathLst>
                  <a:path extrusionOk="0" h="7603" w="4271">
                    <a:moveTo>
                      <a:pt x="340" y="7045"/>
                    </a:moveTo>
                    <a:cubicBezTo>
                      <a:pt x="461" y="7045"/>
                      <a:pt x="561" y="7145"/>
                      <a:pt x="561" y="7266"/>
                    </a:cubicBezTo>
                    <a:cubicBezTo>
                      <a:pt x="561" y="7388"/>
                      <a:pt x="461" y="7487"/>
                      <a:pt x="340" y="7487"/>
                    </a:cubicBezTo>
                    <a:cubicBezTo>
                      <a:pt x="219" y="7487"/>
                      <a:pt x="119" y="7388"/>
                      <a:pt x="119" y="7266"/>
                    </a:cubicBezTo>
                    <a:cubicBezTo>
                      <a:pt x="119" y="7145"/>
                      <a:pt x="219" y="7045"/>
                      <a:pt x="340" y="7045"/>
                    </a:cubicBezTo>
                    <a:close/>
                    <a:moveTo>
                      <a:pt x="4188" y="1"/>
                    </a:moveTo>
                    <a:lnTo>
                      <a:pt x="299" y="3920"/>
                    </a:lnTo>
                    <a:lnTo>
                      <a:pt x="279" y="3937"/>
                    </a:lnTo>
                    <a:lnTo>
                      <a:pt x="279" y="6932"/>
                    </a:lnTo>
                    <a:cubicBezTo>
                      <a:pt x="122" y="6960"/>
                      <a:pt x="0" y="7098"/>
                      <a:pt x="0" y="7266"/>
                    </a:cubicBezTo>
                    <a:cubicBezTo>
                      <a:pt x="0" y="7451"/>
                      <a:pt x="152" y="7603"/>
                      <a:pt x="340" y="7603"/>
                    </a:cubicBezTo>
                    <a:cubicBezTo>
                      <a:pt x="525" y="7603"/>
                      <a:pt x="677" y="7451"/>
                      <a:pt x="677" y="7266"/>
                    </a:cubicBezTo>
                    <a:cubicBezTo>
                      <a:pt x="677" y="7101"/>
                      <a:pt x="558" y="6963"/>
                      <a:pt x="398" y="6935"/>
                    </a:cubicBezTo>
                    <a:lnTo>
                      <a:pt x="398" y="3987"/>
                    </a:lnTo>
                    <a:lnTo>
                      <a:pt x="4271" y="83"/>
                    </a:lnTo>
                    <a:lnTo>
                      <a:pt x="4188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37"/>
              <p:cNvSpPr/>
              <p:nvPr/>
            </p:nvSpPr>
            <p:spPr>
              <a:xfrm>
                <a:off x="2318275" y="2070425"/>
                <a:ext cx="36950" cy="307200"/>
              </a:xfrm>
              <a:custGeom>
                <a:rect b="b" l="l" r="r" t="t"/>
                <a:pathLst>
                  <a:path extrusionOk="0" h="12288" w="1478">
                    <a:moveTo>
                      <a:pt x="1138" y="119"/>
                    </a:moveTo>
                    <a:cubicBezTo>
                      <a:pt x="1260" y="119"/>
                      <a:pt x="1359" y="219"/>
                      <a:pt x="1359" y="340"/>
                    </a:cubicBezTo>
                    <a:cubicBezTo>
                      <a:pt x="1359" y="461"/>
                      <a:pt x="1260" y="561"/>
                      <a:pt x="1138" y="561"/>
                    </a:cubicBezTo>
                    <a:cubicBezTo>
                      <a:pt x="1017" y="561"/>
                      <a:pt x="917" y="461"/>
                      <a:pt x="917" y="340"/>
                    </a:cubicBezTo>
                    <a:cubicBezTo>
                      <a:pt x="917" y="219"/>
                      <a:pt x="1017" y="119"/>
                      <a:pt x="1138" y="119"/>
                    </a:cubicBezTo>
                    <a:close/>
                    <a:moveTo>
                      <a:pt x="340" y="11727"/>
                    </a:moveTo>
                    <a:cubicBezTo>
                      <a:pt x="462" y="11727"/>
                      <a:pt x="561" y="11826"/>
                      <a:pt x="561" y="11948"/>
                    </a:cubicBezTo>
                    <a:cubicBezTo>
                      <a:pt x="561" y="12069"/>
                      <a:pt x="462" y="12169"/>
                      <a:pt x="340" y="12169"/>
                    </a:cubicBezTo>
                    <a:cubicBezTo>
                      <a:pt x="219" y="12169"/>
                      <a:pt x="120" y="12069"/>
                      <a:pt x="120" y="11948"/>
                    </a:cubicBezTo>
                    <a:cubicBezTo>
                      <a:pt x="120" y="11826"/>
                      <a:pt x="219" y="11727"/>
                      <a:pt x="340" y="11727"/>
                    </a:cubicBezTo>
                    <a:close/>
                    <a:moveTo>
                      <a:pt x="1138" y="0"/>
                    </a:moveTo>
                    <a:cubicBezTo>
                      <a:pt x="953" y="0"/>
                      <a:pt x="801" y="152"/>
                      <a:pt x="801" y="340"/>
                    </a:cubicBezTo>
                    <a:cubicBezTo>
                      <a:pt x="801" y="506"/>
                      <a:pt x="920" y="644"/>
                      <a:pt x="1080" y="671"/>
                    </a:cubicBezTo>
                    <a:lnTo>
                      <a:pt x="1080" y="2824"/>
                    </a:lnTo>
                    <a:lnTo>
                      <a:pt x="282" y="3628"/>
                    </a:lnTo>
                    <a:lnTo>
                      <a:pt x="282" y="11617"/>
                    </a:lnTo>
                    <a:cubicBezTo>
                      <a:pt x="122" y="11644"/>
                      <a:pt x="1" y="11782"/>
                      <a:pt x="1" y="11948"/>
                    </a:cubicBezTo>
                    <a:cubicBezTo>
                      <a:pt x="1" y="12136"/>
                      <a:pt x="153" y="12287"/>
                      <a:pt x="340" y="12287"/>
                    </a:cubicBezTo>
                    <a:cubicBezTo>
                      <a:pt x="528" y="12287"/>
                      <a:pt x="680" y="12136"/>
                      <a:pt x="680" y="11948"/>
                    </a:cubicBezTo>
                    <a:cubicBezTo>
                      <a:pt x="680" y="11782"/>
                      <a:pt x="558" y="11644"/>
                      <a:pt x="398" y="11617"/>
                    </a:cubicBezTo>
                    <a:lnTo>
                      <a:pt x="398" y="3675"/>
                    </a:lnTo>
                    <a:lnTo>
                      <a:pt x="1199" y="2874"/>
                    </a:lnTo>
                    <a:lnTo>
                      <a:pt x="1199" y="671"/>
                    </a:lnTo>
                    <a:cubicBezTo>
                      <a:pt x="1356" y="644"/>
                      <a:pt x="1478" y="506"/>
                      <a:pt x="1478" y="340"/>
                    </a:cubicBezTo>
                    <a:cubicBezTo>
                      <a:pt x="1478" y="152"/>
                      <a:pt x="1326" y="0"/>
                      <a:pt x="1138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9" name="Google Shape;3799;p37"/>
              <p:cNvSpPr/>
              <p:nvPr/>
            </p:nvSpPr>
            <p:spPr>
              <a:xfrm>
                <a:off x="2056800" y="1031225"/>
                <a:ext cx="185725" cy="1020175"/>
              </a:xfrm>
              <a:custGeom>
                <a:rect b="b" l="l" r="r" t="t"/>
                <a:pathLst>
                  <a:path extrusionOk="0" h="40807" w="7429">
                    <a:moveTo>
                      <a:pt x="3641" y="120"/>
                    </a:moveTo>
                    <a:cubicBezTo>
                      <a:pt x="3763" y="120"/>
                      <a:pt x="3862" y="219"/>
                      <a:pt x="3862" y="340"/>
                    </a:cubicBezTo>
                    <a:cubicBezTo>
                      <a:pt x="3862" y="459"/>
                      <a:pt x="3763" y="559"/>
                      <a:pt x="3641" y="559"/>
                    </a:cubicBezTo>
                    <a:cubicBezTo>
                      <a:pt x="3520" y="559"/>
                      <a:pt x="3421" y="459"/>
                      <a:pt x="3421" y="340"/>
                    </a:cubicBezTo>
                    <a:cubicBezTo>
                      <a:pt x="3421" y="219"/>
                      <a:pt x="3520" y="120"/>
                      <a:pt x="3641" y="120"/>
                    </a:cubicBezTo>
                    <a:close/>
                    <a:moveTo>
                      <a:pt x="3641" y="1"/>
                    </a:moveTo>
                    <a:cubicBezTo>
                      <a:pt x="3457" y="1"/>
                      <a:pt x="3305" y="153"/>
                      <a:pt x="3305" y="340"/>
                    </a:cubicBezTo>
                    <a:cubicBezTo>
                      <a:pt x="3305" y="412"/>
                      <a:pt x="3327" y="478"/>
                      <a:pt x="3365" y="534"/>
                    </a:cubicBezTo>
                    <a:lnTo>
                      <a:pt x="0" y="3904"/>
                    </a:lnTo>
                    <a:lnTo>
                      <a:pt x="0" y="22284"/>
                    </a:lnTo>
                    <a:lnTo>
                      <a:pt x="1372" y="23645"/>
                    </a:lnTo>
                    <a:lnTo>
                      <a:pt x="1372" y="25930"/>
                    </a:lnTo>
                    <a:lnTo>
                      <a:pt x="7310" y="31860"/>
                    </a:lnTo>
                    <a:lnTo>
                      <a:pt x="7310" y="40807"/>
                    </a:lnTo>
                    <a:lnTo>
                      <a:pt x="7429" y="40807"/>
                    </a:lnTo>
                    <a:lnTo>
                      <a:pt x="7429" y="31810"/>
                    </a:lnTo>
                    <a:lnTo>
                      <a:pt x="1491" y="25883"/>
                    </a:lnTo>
                    <a:lnTo>
                      <a:pt x="1491" y="23595"/>
                    </a:lnTo>
                    <a:lnTo>
                      <a:pt x="119" y="22234"/>
                    </a:lnTo>
                    <a:lnTo>
                      <a:pt x="119" y="3954"/>
                    </a:lnTo>
                    <a:lnTo>
                      <a:pt x="3448" y="616"/>
                    </a:lnTo>
                    <a:cubicBezTo>
                      <a:pt x="3503" y="655"/>
                      <a:pt x="3570" y="677"/>
                      <a:pt x="3641" y="677"/>
                    </a:cubicBezTo>
                    <a:cubicBezTo>
                      <a:pt x="3829" y="677"/>
                      <a:pt x="3981" y="525"/>
                      <a:pt x="3981" y="340"/>
                    </a:cubicBezTo>
                    <a:cubicBezTo>
                      <a:pt x="3981" y="153"/>
                      <a:pt x="3829" y="1"/>
                      <a:pt x="3641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37"/>
              <p:cNvSpPr/>
              <p:nvPr/>
            </p:nvSpPr>
            <p:spPr>
              <a:xfrm>
                <a:off x="2103525" y="1076775"/>
                <a:ext cx="86150" cy="631775"/>
              </a:xfrm>
              <a:custGeom>
                <a:rect b="b" l="l" r="r" t="t"/>
                <a:pathLst>
                  <a:path extrusionOk="0" h="25271" w="3446">
                    <a:moveTo>
                      <a:pt x="3106" y="24713"/>
                    </a:moveTo>
                    <a:cubicBezTo>
                      <a:pt x="3230" y="24713"/>
                      <a:pt x="3327" y="24809"/>
                      <a:pt x="3327" y="24934"/>
                    </a:cubicBezTo>
                    <a:cubicBezTo>
                      <a:pt x="3327" y="25055"/>
                      <a:pt x="3227" y="25154"/>
                      <a:pt x="3106" y="25154"/>
                    </a:cubicBezTo>
                    <a:cubicBezTo>
                      <a:pt x="2984" y="25154"/>
                      <a:pt x="2888" y="25055"/>
                      <a:pt x="2888" y="24934"/>
                    </a:cubicBezTo>
                    <a:cubicBezTo>
                      <a:pt x="2888" y="24812"/>
                      <a:pt x="2984" y="24713"/>
                      <a:pt x="3106" y="24713"/>
                    </a:cubicBezTo>
                    <a:close/>
                    <a:moveTo>
                      <a:pt x="2667" y="1"/>
                    </a:moveTo>
                    <a:lnTo>
                      <a:pt x="0" y="2673"/>
                    </a:lnTo>
                    <a:lnTo>
                      <a:pt x="0" y="19871"/>
                    </a:lnTo>
                    <a:lnTo>
                      <a:pt x="1408" y="21268"/>
                    </a:lnTo>
                    <a:lnTo>
                      <a:pt x="2289" y="21268"/>
                    </a:lnTo>
                    <a:lnTo>
                      <a:pt x="3048" y="22021"/>
                    </a:lnTo>
                    <a:lnTo>
                      <a:pt x="3048" y="24600"/>
                    </a:lnTo>
                    <a:cubicBezTo>
                      <a:pt x="2890" y="24627"/>
                      <a:pt x="2769" y="24765"/>
                      <a:pt x="2769" y="24934"/>
                    </a:cubicBezTo>
                    <a:cubicBezTo>
                      <a:pt x="2769" y="25119"/>
                      <a:pt x="2921" y="25270"/>
                      <a:pt x="3106" y="25270"/>
                    </a:cubicBezTo>
                    <a:cubicBezTo>
                      <a:pt x="3293" y="25270"/>
                      <a:pt x="3445" y="25119"/>
                      <a:pt x="3445" y="24934"/>
                    </a:cubicBezTo>
                    <a:cubicBezTo>
                      <a:pt x="3445" y="24765"/>
                      <a:pt x="3324" y="24627"/>
                      <a:pt x="3167" y="24600"/>
                    </a:cubicBezTo>
                    <a:lnTo>
                      <a:pt x="3167" y="21972"/>
                    </a:lnTo>
                    <a:lnTo>
                      <a:pt x="2338" y="21149"/>
                    </a:lnTo>
                    <a:lnTo>
                      <a:pt x="1455" y="21149"/>
                    </a:lnTo>
                    <a:lnTo>
                      <a:pt x="119" y="19821"/>
                    </a:lnTo>
                    <a:lnTo>
                      <a:pt x="119" y="2720"/>
                    </a:lnTo>
                    <a:lnTo>
                      <a:pt x="2750" y="84"/>
                    </a:lnTo>
                    <a:lnTo>
                      <a:pt x="2667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1" name="Google Shape;3801;p37"/>
              <p:cNvSpPr/>
              <p:nvPr/>
            </p:nvSpPr>
            <p:spPr>
              <a:xfrm>
                <a:off x="2292900" y="1580575"/>
                <a:ext cx="17000" cy="16925"/>
              </a:xfrm>
              <a:custGeom>
                <a:rect b="b" l="l" r="r" t="t"/>
                <a:pathLst>
                  <a:path extrusionOk="0" h="677" w="680">
                    <a:moveTo>
                      <a:pt x="340" y="119"/>
                    </a:moveTo>
                    <a:cubicBezTo>
                      <a:pt x="461" y="119"/>
                      <a:pt x="560" y="219"/>
                      <a:pt x="560" y="340"/>
                    </a:cubicBezTo>
                    <a:cubicBezTo>
                      <a:pt x="560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9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7" y="677"/>
                      <a:pt x="679" y="525"/>
                      <a:pt x="679" y="340"/>
                    </a:cubicBezTo>
                    <a:cubicBezTo>
                      <a:pt x="679" y="152"/>
                      <a:pt x="527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2" name="Google Shape;3802;p37"/>
              <p:cNvSpPr/>
              <p:nvPr/>
            </p:nvSpPr>
            <p:spPr>
              <a:xfrm>
                <a:off x="2080200" y="971125"/>
                <a:ext cx="169300" cy="833775"/>
              </a:xfrm>
              <a:custGeom>
                <a:rect b="b" l="l" r="r" t="t"/>
                <a:pathLst>
                  <a:path extrusionOk="0" h="33351" w="6772">
                    <a:moveTo>
                      <a:pt x="6435" y="32792"/>
                    </a:moveTo>
                    <a:cubicBezTo>
                      <a:pt x="6556" y="32792"/>
                      <a:pt x="6656" y="32889"/>
                      <a:pt x="6656" y="33013"/>
                    </a:cubicBezTo>
                    <a:cubicBezTo>
                      <a:pt x="6656" y="33135"/>
                      <a:pt x="6556" y="33231"/>
                      <a:pt x="6435" y="33231"/>
                    </a:cubicBezTo>
                    <a:cubicBezTo>
                      <a:pt x="6313" y="33231"/>
                      <a:pt x="6214" y="33135"/>
                      <a:pt x="6214" y="33013"/>
                    </a:cubicBezTo>
                    <a:cubicBezTo>
                      <a:pt x="6214" y="32889"/>
                      <a:pt x="6313" y="32792"/>
                      <a:pt x="6435" y="32792"/>
                    </a:cubicBezTo>
                    <a:close/>
                    <a:moveTo>
                      <a:pt x="3583" y="1"/>
                    </a:moveTo>
                    <a:lnTo>
                      <a:pt x="3583" y="3012"/>
                    </a:lnTo>
                    <a:lnTo>
                      <a:pt x="0" y="6604"/>
                    </a:lnTo>
                    <a:lnTo>
                      <a:pt x="0" y="24392"/>
                    </a:lnTo>
                    <a:lnTo>
                      <a:pt x="1372" y="25753"/>
                    </a:lnTo>
                    <a:lnTo>
                      <a:pt x="1372" y="28042"/>
                    </a:lnTo>
                    <a:lnTo>
                      <a:pt x="6156" y="32817"/>
                    </a:lnTo>
                    <a:cubicBezTo>
                      <a:pt x="6117" y="32872"/>
                      <a:pt x="6095" y="32939"/>
                      <a:pt x="6095" y="33011"/>
                    </a:cubicBezTo>
                    <a:cubicBezTo>
                      <a:pt x="6095" y="33198"/>
                      <a:pt x="6247" y="33350"/>
                      <a:pt x="6435" y="33350"/>
                    </a:cubicBezTo>
                    <a:cubicBezTo>
                      <a:pt x="6620" y="33350"/>
                      <a:pt x="6772" y="33198"/>
                      <a:pt x="6772" y="33011"/>
                    </a:cubicBezTo>
                    <a:cubicBezTo>
                      <a:pt x="6772" y="32826"/>
                      <a:pt x="6620" y="32674"/>
                      <a:pt x="6435" y="32674"/>
                    </a:cubicBezTo>
                    <a:cubicBezTo>
                      <a:pt x="6363" y="32674"/>
                      <a:pt x="6294" y="32696"/>
                      <a:pt x="6239" y="32734"/>
                    </a:cubicBezTo>
                    <a:lnTo>
                      <a:pt x="1488" y="27992"/>
                    </a:lnTo>
                    <a:lnTo>
                      <a:pt x="1488" y="25703"/>
                    </a:lnTo>
                    <a:lnTo>
                      <a:pt x="116" y="24343"/>
                    </a:lnTo>
                    <a:lnTo>
                      <a:pt x="116" y="6653"/>
                    </a:lnTo>
                    <a:lnTo>
                      <a:pt x="3699" y="3062"/>
                    </a:lnTo>
                    <a:lnTo>
                      <a:pt x="369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3" name="Google Shape;3803;p37"/>
              <p:cNvSpPr/>
              <p:nvPr/>
            </p:nvSpPr>
            <p:spPr>
              <a:xfrm>
                <a:off x="1955975" y="993200"/>
                <a:ext cx="192700" cy="1086025"/>
              </a:xfrm>
              <a:custGeom>
                <a:rect b="b" l="l" r="r" t="t"/>
                <a:pathLst>
                  <a:path extrusionOk="0" h="43441" w="7708">
                    <a:moveTo>
                      <a:pt x="7368" y="42880"/>
                    </a:moveTo>
                    <a:cubicBezTo>
                      <a:pt x="7490" y="42880"/>
                      <a:pt x="7589" y="42979"/>
                      <a:pt x="7589" y="43100"/>
                    </a:cubicBezTo>
                    <a:cubicBezTo>
                      <a:pt x="7589" y="43222"/>
                      <a:pt x="7490" y="43321"/>
                      <a:pt x="7368" y="43321"/>
                    </a:cubicBezTo>
                    <a:cubicBezTo>
                      <a:pt x="7247" y="43321"/>
                      <a:pt x="7147" y="43222"/>
                      <a:pt x="7147" y="43100"/>
                    </a:cubicBezTo>
                    <a:cubicBezTo>
                      <a:pt x="7147" y="42979"/>
                      <a:pt x="7247" y="42880"/>
                      <a:pt x="7368" y="42880"/>
                    </a:cubicBezTo>
                    <a:close/>
                    <a:moveTo>
                      <a:pt x="1149" y="1"/>
                    </a:moveTo>
                    <a:lnTo>
                      <a:pt x="1149" y="4365"/>
                    </a:lnTo>
                    <a:lnTo>
                      <a:pt x="0" y="5519"/>
                    </a:lnTo>
                    <a:lnTo>
                      <a:pt x="0" y="25074"/>
                    </a:lnTo>
                    <a:lnTo>
                      <a:pt x="1372" y="26438"/>
                    </a:lnTo>
                    <a:lnTo>
                      <a:pt x="1372" y="28724"/>
                    </a:lnTo>
                    <a:lnTo>
                      <a:pt x="7310" y="34653"/>
                    </a:lnTo>
                    <a:lnTo>
                      <a:pt x="7310" y="42769"/>
                    </a:lnTo>
                    <a:cubicBezTo>
                      <a:pt x="7150" y="42797"/>
                      <a:pt x="7031" y="42935"/>
                      <a:pt x="7031" y="43100"/>
                    </a:cubicBezTo>
                    <a:cubicBezTo>
                      <a:pt x="7031" y="43288"/>
                      <a:pt x="7183" y="43440"/>
                      <a:pt x="7368" y="43440"/>
                    </a:cubicBezTo>
                    <a:cubicBezTo>
                      <a:pt x="7556" y="43440"/>
                      <a:pt x="7708" y="43288"/>
                      <a:pt x="7708" y="43100"/>
                    </a:cubicBezTo>
                    <a:cubicBezTo>
                      <a:pt x="7708" y="42935"/>
                      <a:pt x="7586" y="42797"/>
                      <a:pt x="7429" y="42769"/>
                    </a:cubicBez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8"/>
                    </a:lnTo>
                    <a:lnTo>
                      <a:pt x="116" y="25025"/>
                    </a:lnTo>
                    <a:lnTo>
                      <a:pt x="116" y="5569"/>
                    </a:lnTo>
                    <a:lnTo>
                      <a:pt x="1265" y="4412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4" name="Google Shape;3804;p37"/>
              <p:cNvSpPr/>
              <p:nvPr/>
            </p:nvSpPr>
            <p:spPr>
              <a:xfrm>
                <a:off x="1979300" y="985825"/>
                <a:ext cx="192700" cy="1116500"/>
              </a:xfrm>
              <a:custGeom>
                <a:rect b="b" l="l" r="r" t="t"/>
                <a:pathLst>
                  <a:path extrusionOk="0" h="44660" w="7708">
                    <a:moveTo>
                      <a:pt x="7371" y="44102"/>
                    </a:moveTo>
                    <a:cubicBezTo>
                      <a:pt x="7492" y="44102"/>
                      <a:pt x="7592" y="44202"/>
                      <a:pt x="7592" y="44323"/>
                    </a:cubicBezTo>
                    <a:cubicBezTo>
                      <a:pt x="7592" y="44444"/>
                      <a:pt x="7492" y="44544"/>
                      <a:pt x="7371" y="44544"/>
                    </a:cubicBezTo>
                    <a:cubicBezTo>
                      <a:pt x="7249" y="44544"/>
                      <a:pt x="7150" y="44444"/>
                      <a:pt x="7150" y="44323"/>
                    </a:cubicBezTo>
                    <a:cubicBezTo>
                      <a:pt x="7150" y="44202"/>
                      <a:pt x="7249" y="44102"/>
                      <a:pt x="7371" y="44102"/>
                    </a:cubicBezTo>
                    <a:close/>
                    <a:moveTo>
                      <a:pt x="1149" y="0"/>
                    </a:moveTo>
                    <a:lnTo>
                      <a:pt x="1149" y="4953"/>
                    </a:lnTo>
                    <a:lnTo>
                      <a:pt x="0" y="6109"/>
                    </a:lnTo>
                    <a:lnTo>
                      <a:pt x="0" y="25077"/>
                    </a:lnTo>
                    <a:lnTo>
                      <a:pt x="1372" y="26438"/>
                    </a:lnTo>
                    <a:lnTo>
                      <a:pt x="1372" y="28723"/>
                    </a:lnTo>
                    <a:lnTo>
                      <a:pt x="7310" y="34653"/>
                    </a:lnTo>
                    <a:lnTo>
                      <a:pt x="7310" y="43989"/>
                    </a:lnTo>
                    <a:cubicBezTo>
                      <a:pt x="7153" y="44019"/>
                      <a:pt x="7031" y="44157"/>
                      <a:pt x="7031" y="44323"/>
                    </a:cubicBezTo>
                    <a:cubicBezTo>
                      <a:pt x="7031" y="44511"/>
                      <a:pt x="7183" y="44660"/>
                      <a:pt x="7371" y="44660"/>
                    </a:cubicBezTo>
                    <a:cubicBezTo>
                      <a:pt x="7556" y="44660"/>
                      <a:pt x="7708" y="44508"/>
                      <a:pt x="7708" y="44323"/>
                    </a:cubicBezTo>
                    <a:cubicBezTo>
                      <a:pt x="7708" y="44157"/>
                      <a:pt x="7586" y="44019"/>
                      <a:pt x="7429" y="43989"/>
                    </a:cubicBezTo>
                    <a:lnTo>
                      <a:pt x="7429" y="34603"/>
                    </a:lnTo>
                    <a:lnTo>
                      <a:pt x="1491" y="28677"/>
                    </a:lnTo>
                    <a:lnTo>
                      <a:pt x="1491" y="26388"/>
                    </a:lnTo>
                    <a:lnTo>
                      <a:pt x="119" y="25027"/>
                    </a:lnTo>
                    <a:lnTo>
                      <a:pt x="119" y="6159"/>
                    </a:lnTo>
                    <a:lnTo>
                      <a:pt x="1267" y="500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5" name="Google Shape;3805;p37"/>
              <p:cNvSpPr/>
              <p:nvPr/>
            </p:nvSpPr>
            <p:spPr>
              <a:xfrm>
                <a:off x="2002700" y="978500"/>
                <a:ext cx="185725" cy="1052000"/>
              </a:xfrm>
              <a:custGeom>
                <a:rect b="b" l="l" r="r" t="t"/>
                <a:pathLst>
                  <a:path extrusionOk="0" h="42080" w="7429">
                    <a:moveTo>
                      <a:pt x="1146" y="1"/>
                    </a:moveTo>
                    <a:lnTo>
                      <a:pt x="1146" y="5541"/>
                    </a:lnTo>
                    <a:lnTo>
                      <a:pt x="0" y="6698"/>
                    </a:lnTo>
                    <a:lnTo>
                      <a:pt x="0" y="25074"/>
                    </a:lnTo>
                    <a:lnTo>
                      <a:pt x="1372" y="26435"/>
                    </a:lnTo>
                    <a:lnTo>
                      <a:pt x="1372" y="28724"/>
                    </a:lnTo>
                    <a:lnTo>
                      <a:pt x="7310" y="34651"/>
                    </a:lnTo>
                    <a:lnTo>
                      <a:pt x="7310" y="42079"/>
                    </a:lnTo>
                    <a:lnTo>
                      <a:pt x="7429" y="42079"/>
                    </a:lnTo>
                    <a:lnTo>
                      <a:pt x="7429" y="34604"/>
                    </a:lnTo>
                    <a:lnTo>
                      <a:pt x="1488" y="28674"/>
                    </a:lnTo>
                    <a:lnTo>
                      <a:pt x="1488" y="26386"/>
                    </a:lnTo>
                    <a:lnTo>
                      <a:pt x="116" y="25025"/>
                    </a:lnTo>
                    <a:lnTo>
                      <a:pt x="116" y="6745"/>
                    </a:lnTo>
                    <a:lnTo>
                      <a:pt x="1264" y="5591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6" name="Google Shape;3806;p37"/>
              <p:cNvSpPr/>
              <p:nvPr/>
            </p:nvSpPr>
            <p:spPr>
              <a:xfrm>
                <a:off x="2314900" y="1643925"/>
                <a:ext cx="69600" cy="213900"/>
              </a:xfrm>
              <a:custGeom>
                <a:rect b="b" l="l" r="r" t="t"/>
                <a:pathLst>
                  <a:path extrusionOk="0" h="8556" w="2784">
                    <a:moveTo>
                      <a:pt x="340" y="7998"/>
                    </a:moveTo>
                    <a:cubicBezTo>
                      <a:pt x="462" y="7998"/>
                      <a:pt x="561" y="8097"/>
                      <a:pt x="561" y="8219"/>
                    </a:cubicBezTo>
                    <a:cubicBezTo>
                      <a:pt x="561" y="8340"/>
                      <a:pt x="462" y="8439"/>
                      <a:pt x="340" y="8439"/>
                    </a:cubicBezTo>
                    <a:cubicBezTo>
                      <a:pt x="219" y="8439"/>
                      <a:pt x="119" y="8340"/>
                      <a:pt x="119" y="8219"/>
                    </a:cubicBezTo>
                    <a:cubicBezTo>
                      <a:pt x="119" y="8097"/>
                      <a:pt x="219" y="7998"/>
                      <a:pt x="340" y="7998"/>
                    </a:cubicBezTo>
                    <a:close/>
                    <a:moveTo>
                      <a:pt x="2667" y="1"/>
                    </a:moveTo>
                    <a:lnTo>
                      <a:pt x="2667" y="5798"/>
                    </a:lnTo>
                    <a:lnTo>
                      <a:pt x="533" y="7940"/>
                    </a:lnTo>
                    <a:cubicBezTo>
                      <a:pt x="478" y="7901"/>
                      <a:pt x="412" y="7879"/>
                      <a:pt x="340" y="7879"/>
                    </a:cubicBezTo>
                    <a:cubicBezTo>
                      <a:pt x="152" y="7879"/>
                      <a:pt x="1" y="8031"/>
                      <a:pt x="1" y="8219"/>
                    </a:cubicBezTo>
                    <a:cubicBezTo>
                      <a:pt x="1" y="8404"/>
                      <a:pt x="152" y="8555"/>
                      <a:pt x="340" y="8555"/>
                    </a:cubicBezTo>
                    <a:cubicBezTo>
                      <a:pt x="525" y="8555"/>
                      <a:pt x="677" y="8404"/>
                      <a:pt x="677" y="8219"/>
                    </a:cubicBezTo>
                    <a:cubicBezTo>
                      <a:pt x="677" y="8147"/>
                      <a:pt x="655" y="8078"/>
                      <a:pt x="616" y="8023"/>
                    </a:cubicBezTo>
                    <a:lnTo>
                      <a:pt x="2783" y="5847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7" name="Google Shape;3807;p37"/>
              <p:cNvSpPr/>
              <p:nvPr/>
            </p:nvSpPr>
            <p:spPr>
              <a:xfrm>
                <a:off x="2219175" y="942900"/>
                <a:ext cx="620600" cy="657500"/>
              </a:xfrm>
              <a:custGeom>
                <a:rect b="b" l="l" r="r" t="t"/>
                <a:pathLst>
                  <a:path extrusionOk="0" h="26300" w="24824">
                    <a:moveTo>
                      <a:pt x="20017" y="0"/>
                    </a:moveTo>
                    <a:lnTo>
                      <a:pt x="19686" y="337"/>
                    </a:lnTo>
                    <a:lnTo>
                      <a:pt x="24354" y="4969"/>
                    </a:lnTo>
                    <a:lnTo>
                      <a:pt x="24354" y="13033"/>
                    </a:lnTo>
                    <a:lnTo>
                      <a:pt x="19965" y="17452"/>
                    </a:lnTo>
                    <a:lnTo>
                      <a:pt x="18068" y="17452"/>
                    </a:lnTo>
                    <a:lnTo>
                      <a:pt x="9756" y="25828"/>
                    </a:lnTo>
                    <a:lnTo>
                      <a:pt x="7976" y="25828"/>
                    </a:lnTo>
                    <a:lnTo>
                      <a:pt x="6910" y="24770"/>
                    </a:lnTo>
                    <a:lnTo>
                      <a:pt x="6910" y="24053"/>
                    </a:lnTo>
                    <a:lnTo>
                      <a:pt x="785" y="17974"/>
                    </a:lnTo>
                    <a:cubicBezTo>
                      <a:pt x="788" y="17955"/>
                      <a:pt x="790" y="17938"/>
                      <a:pt x="790" y="17919"/>
                    </a:cubicBezTo>
                    <a:cubicBezTo>
                      <a:pt x="790" y="17701"/>
                      <a:pt x="614" y="17521"/>
                      <a:pt x="396" y="17521"/>
                    </a:cubicBezTo>
                    <a:cubicBezTo>
                      <a:pt x="177" y="17521"/>
                      <a:pt x="1" y="17701"/>
                      <a:pt x="1" y="17919"/>
                    </a:cubicBezTo>
                    <a:cubicBezTo>
                      <a:pt x="1" y="18137"/>
                      <a:pt x="177" y="18314"/>
                      <a:pt x="396" y="18314"/>
                    </a:cubicBezTo>
                    <a:cubicBezTo>
                      <a:pt x="415" y="18314"/>
                      <a:pt x="434" y="18311"/>
                      <a:pt x="454" y="18308"/>
                    </a:cubicBezTo>
                    <a:lnTo>
                      <a:pt x="6438" y="24249"/>
                    </a:lnTo>
                    <a:lnTo>
                      <a:pt x="6438" y="24966"/>
                    </a:lnTo>
                    <a:lnTo>
                      <a:pt x="7780" y="26300"/>
                    </a:lnTo>
                    <a:lnTo>
                      <a:pt x="9952" y="26300"/>
                    </a:lnTo>
                    <a:lnTo>
                      <a:pt x="18264" y="17924"/>
                    </a:lnTo>
                    <a:lnTo>
                      <a:pt x="20161" y="17924"/>
                    </a:lnTo>
                    <a:lnTo>
                      <a:pt x="24823" y="13226"/>
                    </a:lnTo>
                    <a:lnTo>
                      <a:pt x="24823" y="4773"/>
                    </a:lnTo>
                    <a:lnTo>
                      <a:pt x="2001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8" name="Google Shape;3808;p37"/>
              <p:cNvSpPr/>
              <p:nvPr/>
            </p:nvSpPr>
            <p:spPr>
              <a:xfrm>
                <a:off x="2314900" y="1643925"/>
                <a:ext cx="46275" cy="185800"/>
              </a:xfrm>
              <a:custGeom>
                <a:rect b="b" l="l" r="r" t="t"/>
                <a:pathLst>
                  <a:path extrusionOk="0" h="7432" w="1851">
                    <a:moveTo>
                      <a:pt x="340" y="6874"/>
                    </a:moveTo>
                    <a:cubicBezTo>
                      <a:pt x="462" y="6874"/>
                      <a:pt x="561" y="6974"/>
                      <a:pt x="561" y="7095"/>
                    </a:cubicBezTo>
                    <a:cubicBezTo>
                      <a:pt x="561" y="7217"/>
                      <a:pt x="462" y="7316"/>
                      <a:pt x="340" y="7316"/>
                    </a:cubicBezTo>
                    <a:cubicBezTo>
                      <a:pt x="219" y="7316"/>
                      <a:pt x="119" y="7217"/>
                      <a:pt x="119" y="7095"/>
                    </a:cubicBezTo>
                    <a:cubicBezTo>
                      <a:pt x="119" y="6974"/>
                      <a:pt x="219" y="6874"/>
                      <a:pt x="340" y="6874"/>
                    </a:cubicBezTo>
                    <a:close/>
                    <a:moveTo>
                      <a:pt x="1731" y="1"/>
                    </a:moveTo>
                    <a:lnTo>
                      <a:pt x="1731" y="5505"/>
                    </a:lnTo>
                    <a:lnTo>
                      <a:pt x="522" y="6811"/>
                    </a:lnTo>
                    <a:cubicBezTo>
                      <a:pt x="470" y="6775"/>
                      <a:pt x="406" y="6756"/>
                      <a:pt x="340" y="6756"/>
                    </a:cubicBezTo>
                    <a:cubicBezTo>
                      <a:pt x="152" y="6756"/>
                      <a:pt x="1" y="6907"/>
                      <a:pt x="1" y="7095"/>
                    </a:cubicBezTo>
                    <a:cubicBezTo>
                      <a:pt x="1" y="7280"/>
                      <a:pt x="152" y="7432"/>
                      <a:pt x="340" y="7432"/>
                    </a:cubicBezTo>
                    <a:cubicBezTo>
                      <a:pt x="525" y="7432"/>
                      <a:pt x="677" y="7280"/>
                      <a:pt x="677" y="7095"/>
                    </a:cubicBezTo>
                    <a:cubicBezTo>
                      <a:pt x="677" y="7018"/>
                      <a:pt x="652" y="6949"/>
                      <a:pt x="608" y="6891"/>
                    </a:cubicBezTo>
                    <a:lnTo>
                      <a:pt x="1850" y="5552"/>
                    </a:lnTo>
                    <a:lnTo>
                      <a:pt x="1850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9" name="Google Shape;3809;p37"/>
              <p:cNvSpPr/>
              <p:nvPr/>
            </p:nvSpPr>
            <p:spPr>
              <a:xfrm>
                <a:off x="1462050" y="1917500"/>
                <a:ext cx="120650" cy="192425"/>
              </a:xfrm>
              <a:custGeom>
                <a:rect b="b" l="l" r="r" t="t"/>
                <a:pathLst>
                  <a:path extrusionOk="0" h="7697" w="4826">
                    <a:moveTo>
                      <a:pt x="329" y="0"/>
                    </a:moveTo>
                    <a:lnTo>
                      <a:pt x="0" y="340"/>
                    </a:lnTo>
                    <a:lnTo>
                      <a:pt x="4196" y="4395"/>
                    </a:lnTo>
                    <a:lnTo>
                      <a:pt x="4196" y="6984"/>
                    </a:lnTo>
                    <a:cubicBezTo>
                      <a:pt x="4100" y="7059"/>
                      <a:pt x="4036" y="7172"/>
                      <a:pt x="4036" y="7302"/>
                    </a:cubicBezTo>
                    <a:cubicBezTo>
                      <a:pt x="4036" y="7520"/>
                      <a:pt x="4213" y="7696"/>
                      <a:pt x="4431" y="7696"/>
                    </a:cubicBezTo>
                    <a:cubicBezTo>
                      <a:pt x="4649" y="7696"/>
                      <a:pt x="4826" y="7520"/>
                      <a:pt x="4826" y="7302"/>
                    </a:cubicBezTo>
                    <a:cubicBezTo>
                      <a:pt x="4826" y="7172"/>
                      <a:pt x="4762" y="7059"/>
                      <a:pt x="4666" y="6987"/>
                    </a:cubicBezTo>
                    <a:lnTo>
                      <a:pt x="4666" y="4193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0" name="Google Shape;3810;p37"/>
              <p:cNvSpPr/>
              <p:nvPr/>
            </p:nvSpPr>
            <p:spPr>
              <a:xfrm>
                <a:off x="2272600" y="978500"/>
                <a:ext cx="44250" cy="418450"/>
              </a:xfrm>
              <a:custGeom>
                <a:rect b="b" l="l" r="r" t="t"/>
                <a:pathLst>
                  <a:path extrusionOk="0" h="16738" w="1770">
                    <a:moveTo>
                      <a:pt x="1430" y="16180"/>
                    </a:moveTo>
                    <a:cubicBezTo>
                      <a:pt x="1552" y="16180"/>
                      <a:pt x="1651" y="16280"/>
                      <a:pt x="1651" y="16401"/>
                    </a:cubicBezTo>
                    <a:cubicBezTo>
                      <a:pt x="1651" y="16522"/>
                      <a:pt x="1552" y="16622"/>
                      <a:pt x="1430" y="16622"/>
                    </a:cubicBezTo>
                    <a:cubicBezTo>
                      <a:pt x="1309" y="16622"/>
                      <a:pt x="1210" y="16522"/>
                      <a:pt x="1210" y="16401"/>
                    </a:cubicBezTo>
                    <a:cubicBezTo>
                      <a:pt x="1210" y="16280"/>
                      <a:pt x="1309" y="16180"/>
                      <a:pt x="1430" y="16180"/>
                    </a:cubicBezTo>
                    <a:close/>
                    <a:moveTo>
                      <a:pt x="0" y="1"/>
                    </a:moveTo>
                    <a:lnTo>
                      <a:pt x="0" y="12282"/>
                    </a:lnTo>
                    <a:lnTo>
                      <a:pt x="1372" y="13643"/>
                    </a:lnTo>
                    <a:lnTo>
                      <a:pt x="1372" y="16067"/>
                    </a:lnTo>
                    <a:cubicBezTo>
                      <a:pt x="1212" y="16095"/>
                      <a:pt x="1094" y="16233"/>
                      <a:pt x="1094" y="16401"/>
                    </a:cubicBezTo>
                    <a:cubicBezTo>
                      <a:pt x="1094" y="16586"/>
                      <a:pt x="1245" y="16738"/>
                      <a:pt x="1430" y="16738"/>
                    </a:cubicBezTo>
                    <a:cubicBezTo>
                      <a:pt x="1618" y="16738"/>
                      <a:pt x="1770" y="16586"/>
                      <a:pt x="1770" y="16401"/>
                    </a:cubicBezTo>
                    <a:cubicBezTo>
                      <a:pt x="1770" y="16233"/>
                      <a:pt x="1648" y="16095"/>
                      <a:pt x="1491" y="16067"/>
                    </a:cubicBezTo>
                    <a:lnTo>
                      <a:pt x="1491" y="13596"/>
                    </a:lnTo>
                    <a:lnTo>
                      <a:pt x="119" y="1223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1" name="Google Shape;3811;p37"/>
              <p:cNvSpPr/>
              <p:nvPr/>
            </p:nvSpPr>
            <p:spPr>
              <a:xfrm>
                <a:off x="1932575" y="993200"/>
                <a:ext cx="192700" cy="1062825"/>
              </a:xfrm>
              <a:custGeom>
                <a:rect b="b" l="l" r="r" t="t"/>
                <a:pathLst>
                  <a:path extrusionOk="0" h="42513" w="7708">
                    <a:moveTo>
                      <a:pt x="7371" y="41952"/>
                    </a:moveTo>
                    <a:cubicBezTo>
                      <a:pt x="7492" y="41952"/>
                      <a:pt x="7589" y="42051"/>
                      <a:pt x="7589" y="42173"/>
                    </a:cubicBezTo>
                    <a:cubicBezTo>
                      <a:pt x="7589" y="42294"/>
                      <a:pt x="7492" y="42394"/>
                      <a:pt x="7371" y="42394"/>
                    </a:cubicBezTo>
                    <a:cubicBezTo>
                      <a:pt x="7250" y="42394"/>
                      <a:pt x="7150" y="42294"/>
                      <a:pt x="7150" y="42173"/>
                    </a:cubicBezTo>
                    <a:cubicBezTo>
                      <a:pt x="7150" y="42051"/>
                      <a:pt x="7250" y="41952"/>
                      <a:pt x="7371" y="41952"/>
                    </a:cubicBezTo>
                    <a:close/>
                    <a:moveTo>
                      <a:pt x="1149" y="1"/>
                    </a:moveTo>
                    <a:lnTo>
                      <a:pt x="1149" y="4070"/>
                    </a:lnTo>
                    <a:lnTo>
                      <a:pt x="0" y="5226"/>
                    </a:lnTo>
                    <a:lnTo>
                      <a:pt x="0" y="25370"/>
                    </a:lnTo>
                    <a:lnTo>
                      <a:pt x="1372" y="26731"/>
                    </a:lnTo>
                    <a:lnTo>
                      <a:pt x="1372" y="29019"/>
                    </a:lnTo>
                    <a:lnTo>
                      <a:pt x="7310" y="34946"/>
                    </a:lnTo>
                    <a:lnTo>
                      <a:pt x="7310" y="41839"/>
                    </a:lnTo>
                    <a:cubicBezTo>
                      <a:pt x="7153" y="41869"/>
                      <a:pt x="7031" y="42007"/>
                      <a:pt x="7031" y="42173"/>
                    </a:cubicBezTo>
                    <a:cubicBezTo>
                      <a:pt x="7031" y="42361"/>
                      <a:pt x="7183" y="42512"/>
                      <a:pt x="7371" y="42512"/>
                    </a:cubicBezTo>
                    <a:cubicBezTo>
                      <a:pt x="7556" y="42512"/>
                      <a:pt x="7708" y="42361"/>
                      <a:pt x="7708" y="42173"/>
                    </a:cubicBezTo>
                    <a:cubicBezTo>
                      <a:pt x="7708" y="42007"/>
                      <a:pt x="7586" y="41869"/>
                      <a:pt x="7429" y="41839"/>
                    </a:cubicBezTo>
                    <a:lnTo>
                      <a:pt x="7429" y="34899"/>
                    </a:lnTo>
                    <a:lnTo>
                      <a:pt x="1491" y="28970"/>
                    </a:lnTo>
                    <a:lnTo>
                      <a:pt x="1491" y="26681"/>
                    </a:lnTo>
                    <a:lnTo>
                      <a:pt x="119" y="25320"/>
                    </a:lnTo>
                    <a:lnTo>
                      <a:pt x="119" y="5273"/>
                    </a:lnTo>
                    <a:lnTo>
                      <a:pt x="1265" y="4120"/>
                    </a:lnTo>
                    <a:lnTo>
                      <a:pt x="1265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2" name="Google Shape;3812;p37"/>
              <p:cNvSpPr/>
              <p:nvPr/>
            </p:nvSpPr>
            <p:spPr>
              <a:xfrm>
                <a:off x="2345275" y="1417575"/>
                <a:ext cx="393450" cy="629950"/>
              </a:xfrm>
              <a:custGeom>
                <a:rect b="b" l="l" r="r" t="t"/>
                <a:pathLst>
                  <a:path extrusionOk="0" h="25198" w="15738">
                    <a:moveTo>
                      <a:pt x="15655" y="0"/>
                    </a:moveTo>
                    <a:lnTo>
                      <a:pt x="5731" y="9966"/>
                    </a:lnTo>
                    <a:lnTo>
                      <a:pt x="5714" y="9982"/>
                    </a:lnTo>
                    <a:lnTo>
                      <a:pt x="5714" y="16963"/>
                    </a:lnTo>
                    <a:lnTo>
                      <a:pt x="17" y="22689"/>
                    </a:lnTo>
                    <a:lnTo>
                      <a:pt x="0" y="22705"/>
                    </a:lnTo>
                    <a:lnTo>
                      <a:pt x="0" y="25198"/>
                    </a:lnTo>
                    <a:lnTo>
                      <a:pt x="119" y="25198"/>
                    </a:lnTo>
                    <a:lnTo>
                      <a:pt x="119" y="22752"/>
                    </a:lnTo>
                    <a:lnTo>
                      <a:pt x="5814" y="17030"/>
                    </a:lnTo>
                    <a:lnTo>
                      <a:pt x="5830" y="17013"/>
                    </a:lnTo>
                    <a:lnTo>
                      <a:pt x="5830" y="10029"/>
                    </a:lnTo>
                    <a:lnTo>
                      <a:pt x="15738" y="83"/>
                    </a:lnTo>
                    <a:lnTo>
                      <a:pt x="15655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3" name="Google Shape;3813;p37"/>
              <p:cNvSpPr/>
              <p:nvPr/>
            </p:nvSpPr>
            <p:spPr>
              <a:xfrm>
                <a:off x="2296000" y="978025"/>
                <a:ext cx="44175" cy="442475"/>
              </a:xfrm>
              <a:custGeom>
                <a:rect b="b" l="l" r="r" t="t"/>
                <a:pathLst>
                  <a:path extrusionOk="0" h="17699" w="1767">
                    <a:moveTo>
                      <a:pt x="1430" y="17138"/>
                    </a:moveTo>
                    <a:cubicBezTo>
                      <a:pt x="1552" y="17138"/>
                      <a:pt x="1651" y="17237"/>
                      <a:pt x="1651" y="17359"/>
                    </a:cubicBezTo>
                    <a:cubicBezTo>
                      <a:pt x="1651" y="17480"/>
                      <a:pt x="1552" y="17579"/>
                      <a:pt x="1430" y="17579"/>
                    </a:cubicBezTo>
                    <a:cubicBezTo>
                      <a:pt x="1309" y="17579"/>
                      <a:pt x="1209" y="17480"/>
                      <a:pt x="1209" y="17359"/>
                    </a:cubicBezTo>
                    <a:cubicBezTo>
                      <a:pt x="1209" y="17237"/>
                      <a:pt x="1309" y="17138"/>
                      <a:pt x="1430" y="17138"/>
                    </a:cubicBezTo>
                    <a:close/>
                    <a:moveTo>
                      <a:pt x="0" y="1"/>
                    </a:moveTo>
                    <a:lnTo>
                      <a:pt x="0" y="9753"/>
                    </a:lnTo>
                    <a:lnTo>
                      <a:pt x="1372" y="11117"/>
                    </a:lnTo>
                    <a:lnTo>
                      <a:pt x="1372" y="17027"/>
                    </a:lnTo>
                    <a:lnTo>
                      <a:pt x="1369" y="17027"/>
                    </a:lnTo>
                    <a:cubicBezTo>
                      <a:pt x="1212" y="17055"/>
                      <a:pt x="1091" y="17193"/>
                      <a:pt x="1091" y="17359"/>
                    </a:cubicBezTo>
                    <a:cubicBezTo>
                      <a:pt x="1091" y="17546"/>
                      <a:pt x="1242" y="17698"/>
                      <a:pt x="1430" y="17698"/>
                    </a:cubicBezTo>
                    <a:cubicBezTo>
                      <a:pt x="1615" y="17698"/>
                      <a:pt x="1767" y="17546"/>
                      <a:pt x="1767" y="17359"/>
                    </a:cubicBezTo>
                    <a:cubicBezTo>
                      <a:pt x="1767" y="17193"/>
                      <a:pt x="1645" y="17055"/>
                      <a:pt x="1488" y="17027"/>
                    </a:cubicBezTo>
                    <a:lnTo>
                      <a:pt x="1488" y="11067"/>
                    </a:lnTo>
                    <a:lnTo>
                      <a:pt x="116" y="9704"/>
                    </a:ln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4" name="Google Shape;3814;p37"/>
              <p:cNvSpPr/>
              <p:nvPr/>
            </p:nvSpPr>
            <p:spPr>
              <a:xfrm>
                <a:off x="1459000" y="1041375"/>
                <a:ext cx="299475" cy="684350"/>
              </a:xfrm>
              <a:custGeom>
                <a:rect b="b" l="l" r="r" t="t"/>
                <a:pathLst>
                  <a:path extrusionOk="0" h="27374" w="11979">
                    <a:moveTo>
                      <a:pt x="11642" y="26816"/>
                    </a:moveTo>
                    <a:cubicBezTo>
                      <a:pt x="11763" y="26816"/>
                      <a:pt x="11863" y="26916"/>
                      <a:pt x="11863" y="27037"/>
                    </a:cubicBezTo>
                    <a:cubicBezTo>
                      <a:pt x="11863" y="27158"/>
                      <a:pt x="11763" y="27258"/>
                      <a:pt x="11642" y="27258"/>
                    </a:cubicBezTo>
                    <a:cubicBezTo>
                      <a:pt x="11520" y="27258"/>
                      <a:pt x="11421" y="27158"/>
                      <a:pt x="11421" y="27037"/>
                    </a:cubicBezTo>
                    <a:cubicBezTo>
                      <a:pt x="11421" y="26916"/>
                      <a:pt x="11520" y="26816"/>
                      <a:pt x="11642" y="26816"/>
                    </a:cubicBezTo>
                    <a:close/>
                    <a:moveTo>
                      <a:pt x="84" y="1"/>
                    </a:moveTo>
                    <a:lnTo>
                      <a:pt x="1" y="84"/>
                    </a:lnTo>
                    <a:lnTo>
                      <a:pt x="9373" y="9442"/>
                    </a:lnTo>
                    <a:lnTo>
                      <a:pt x="9373" y="24856"/>
                    </a:lnTo>
                    <a:lnTo>
                      <a:pt x="11363" y="26844"/>
                    </a:lnTo>
                    <a:cubicBezTo>
                      <a:pt x="11324" y="26896"/>
                      <a:pt x="11302" y="26965"/>
                      <a:pt x="11302" y="27037"/>
                    </a:cubicBezTo>
                    <a:cubicBezTo>
                      <a:pt x="11302" y="27222"/>
                      <a:pt x="11454" y="27374"/>
                      <a:pt x="11642" y="27374"/>
                    </a:cubicBezTo>
                    <a:cubicBezTo>
                      <a:pt x="11827" y="27374"/>
                      <a:pt x="11979" y="27222"/>
                      <a:pt x="11979" y="27037"/>
                    </a:cubicBezTo>
                    <a:cubicBezTo>
                      <a:pt x="11979" y="26849"/>
                      <a:pt x="11827" y="26697"/>
                      <a:pt x="11642" y="26697"/>
                    </a:cubicBezTo>
                    <a:cubicBezTo>
                      <a:pt x="11567" y="26697"/>
                      <a:pt x="11501" y="26720"/>
                      <a:pt x="11446" y="26758"/>
                    </a:cubicBezTo>
                    <a:lnTo>
                      <a:pt x="9492" y="24807"/>
                    </a:lnTo>
                    <a:lnTo>
                      <a:pt x="9492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5" name="Google Shape;3815;p37"/>
              <p:cNvSpPr/>
              <p:nvPr/>
            </p:nvSpPr>
            <p:spPr>
              <a:xfrm>
                <a:off x="1479300" y="966925"/>
                <a:ext cx="291325" cy="642025"/>
              </a:xfrm>
              <a:custGeom>
                <a:rect b="b" l="l" r="r" t="t"/>
                <a:pathLst>
                  <a:path extrusionOk="0" h="25681" w="11653">
                    <a:moveTo>
                      <a:pt x="326" y="0"/>
                    </a:moveTo>
                    <a:lnTo>
                      <a:pt x="1" y="337"/>
                    </a:lnTo>
                    <a:lnTo>
                      <a:pt x="11020" y="10992"/>
                    </a:lnTo>
                    <a:lnTo>
                      <a:pt x="11020" y="24972"/>
                    </a:lnTo>
                    <a:cubicBezTo>
                      <a:pt x="10924" y="25043"/>
                      <a:pt x="10860" y="25157"/>
                      <a:pt x="10860" y="25286"/>
                    </a:cubicBezTo>
                    <a:cubicBezTo>
                      <a:pt x="10860" y="25504"/>
                      <a:pt x="11037" y="25681"/>
                      <a:pt x="11258" y="25681"/>
                    </a:cubicBezTo>
                    <a:cubicBezTo>
                      <a:pt x="11476" y="25681"/>
                      <a:pt x="11653" y="25504"/>
                      <a:pt x="11653" y="25286"/>
                    </a:cubicBezTo>
                    <a:cubicBezTo>
                      <a:pt x="11653" y="25157"/>
                      <a:pt x="11589" y="25043"/>
                      <a:pt x="11492" y="24972"/>
                    </a:cubicBezTo>
                    <a:lnTo>
                      <a:pt x="11492" y="10794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6" name="Google Shape;3816;p37"/>
              <p:cNvSpPr/>
              <p:nvPr/>
            </p:nvSpPr>
            <p:spPr>
              <a:xfrm>
                <a:off x="1788750" y="1787275"/>
                <a:ext cx="19775" cy="19825"/>
              </a:xfrm>
              <a:custGeom>
                <a:rect b="b" l="l" r="r" t="t"/>
                <a:pathLst>
                  <a:path extrusionOk="0" h="793" w="791">
                    <a:moveTo>
                      <a:pt x="395" y="0"/>
                    </a:moveTo>
                    <a:cubicBezTo>
                      <a:pt x="177" y="0"/>
                      <a:pt x="1" y="177"/>
                      <a:pt x="1" y="395"/>
                    </a:cubicBezTo>
                    <a:cubicBezTo>
                      <a:pt x="1" y="616"/>
                      <a:pt x="177" y="792"/>
                      <a:pt x="395" y="792"/>
                    </a:cubicBezTo>
                    <a:cubicBezTo>
                      <a:pt x="613" y="792"/>
                      <a:pt x="790" y="616"/>
                      <a:pt x="790" y="395"/>
                    </a:cubicBezTo>
                    <a:cubicBezTo>
                      <a:pt x="790" y="177"/>
                      <a:pt x="613" y="0"/>
                      <a:pt x="395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7" name="Google Shape;3817;p37"/>
              <p:cNvSpPr/>
              <p:nvPr/>
            </p:nvSpPr>
            <p:spPr>
              <a:xfrm>
                <a:off x="1400775" y="1164075"/>
                <a:ext cx="165650" cy="266975"/>
              </a:xfrm>
              <a:custGeom>
                <a:rect b="b" l="l" r="r" t="t"/>
                <a:pathLst>
                  <a:path extrusionOk="0" h="10679" w="6626">
                    <a:moveTo>
                      <a:pt x="83" y="1"/>
                    </a:moveTo>
                    <a:lnTo>
                      <a:pt x="0" y="84"/>
                    </a:lnTo>
                    <a:lnTo>
                      <a:pt x="6509" y="6582"/>
                    </a:lnTo>
                    <a:lnTo>
                      <a:pt x="6509" y="10678"/>
                    </a:lnTo>
                    <a:lnTo>
                      <a:pt x="6625" y="10678"/>
                    </a:lnTo>
                    <a:lnTo>
                      <a:pt x="6625" y="6532"/>
                    </a:lnTo>
                    <a:lnTo>
                      <a:pt x="83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8" name="Google Shape;3818;p37"/>
              <p:cNvSpPr/>
              <p:nvPr/>
            </p:nvSpPr>
            <p:spPr>
              <a:xfrm>
                <a:off x="1424150" y="1156700"/>
                <a:ext cx="165675" cy="297675"/>
              </a:xfrm>
              <a:custGeom>
                <a:rect b="b" l="l" r="r" t="t"/>
                <a:pathLst>
                  <a:path extrusionOk="0" h="11907" w="6627">
                    <a:moveTo>
                      <a:pt x="84" y="0"/>
                    </a:moveTo>
                    <a:lnTo>
                      <a:pt x="1" y="83"/>
                    </a:lnTo>
                    <a:lnTo>
                      <a:pt x="6507" y="6581"/>
                    </a:lnTo>
                    <a:lnTo>
                      <a:pt x="6507" y="11906"/>
                    </a:lnTo>
                    <a:lnTo>
                      <a:pt x="6626" y="11906"/>
                    </a:lnTo>
                    <a:lnTo>
                      <a:pt x="6626" y="6532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9" name="Google Shape;3819;p37"/>
              <p:cNvSpPr/>
              <p:nvPr/>
            </p:nvSpPr>
            <p:spPr>
              <a:xfrm>
                <a:off x="1813050" y="1812225"/>
                <a:ext cx="17400" cy="16925"/>
              </a:xfrm>
              <a:custGeom>
                <a:rect b="b" l="l" r="r" t="t"/>
                <a:pathLst>
                  <a:path extrusionOk="0" h="677" w="696">
                    <a:moveTo>
                      <a:pt x="355" y="117"/>
                    </a:moveTo>
                    <a:cubicBezTo>
                      <a:pt x="414" y="117"/>
                      <a:pt x="471" y="138"/>
                      <a:pt x="514" y="181"/>
                    </a:cubicBezTo>
                    <a:cubicBezTo>
                      <a:pt x="569" y="236"/>
                      <a:pt x="591" y="316"/>
                      <a:pt x="572" y="393"/>
                    </a:cubicBezTo>
                    <a:cubicBezTo>
                      <a:pt x="552" y="471"/>
                      <a:pt x="489" y="534"/>
                      <a:pt x="414" y="551"/>
                    </a:cubicBezTo>
                    <a:cubicBezTo>
                      <a:pt x="395" y="555"/>
                      <a:pt x="376" y="558"/>
                      <a:pt x="358" y="558"/>
                    </a:cubicBezTo>
                    <a:cubicBezTo>
                      <a:pt x="299" y="558"/>
                      <a:pt x="244" y="535"/>
                      <a:pt x="202" y="493"/>
                    </a:cubicBezTo>
                    <a:cubicBezTo>
                      <a:pt x="160" y="451"/>
                      <a:pt x="136" y="396"/>
                      <a:pt x="136" y="338"/>
                    </a:cubicBezTo>
                    <a:cubicBezTo>
                      <a:pt x="136" y="319"/>
                      <a:pt x="138" y="300"/>
                      <a:pt x="144" y="283"/>
                    </a:cubicBezTo>
                    <a:cubicBezTo>
                      <a:pt x="160" y="206"/>
                      <a:pt x="227" y="142"/>
                      <a:pt x="301" y="123"/>
                    </a:cubicBezTo>
                    <a:cubicBezTo>
                      <a:pt x="319" y="119"/>
                      <a:pt x="337" y="117"/>
                      <a:pt x="355" y="117"/>
                    </a:cubicBezTo>
                    <a:close/>
                    <a:moveTo>
                      <a:pt x="356" y="0"/>
                    </a:moveTo>
                    <a:cubicBezTo>
                      <a:pt x="329" y="0"/>
                      <a:pt x="301" y="3"/>
                      <a:pt x="274" y="10"/>
                    </a:cubicBezTo>
                    <a:cubicBezTo>
                      <a:pt x="155" y="37"/>
                      <a:pt x="58" y="134"/>
                      <a:pt x="28" y="255"/>
                    </a:cubicBezTo>
                    <a:cubicBezTo>
                      <a:pt x="0" y="371"/>
                      <a:pt x="33" y="493"/>
                      <a:pt x="119" y="578"/>
                    </a:cubicBezTo>
                    <a:cubicBezTo>
                      <a:pt x="183" y="642"/>
                      <a:pt x="269" y="676"/>
                      <a:pt x="358" y="676"/>
                    </a:cubicBezTo>
                    <a:cubicBezTo>
                      <a:pt x="385" y="676"/>
                      <a:pt x="412" y="673"/>
                      <a:pt x="439" y="667"/>
                    </a:cubicBezTo>
                    <a:cubicBezTo>
                      <a:pt x="561" y="636"/>
                      <a:pt x="657" y="540"/>
                      <a:pt x="685" y="421"/>
                    </a:cubicBezTo>
                    <a:cubicBezTo>
                      <a:pt x="690" y="393"/>
                      <a:pt x="696" y="366"/>
                      <a:pt x="696" y="338"/>
                    </a:cubicBezTo>
                    <a:cubicBezTo>
                      <a:pt x="696" y="250"/>
                      <a:pt x="660" y="164"/>
                      <a:pt x="597" y="98"/>
                    </a:cubicBezTo>
                    <a:cubicBezTo>
                      <a:pt x="531" y="34"/>
                      <a:pt x="446" y="0"/>
                      <a:pt x="356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0" name="Google Shape;3820;p37"/>
              <p:cNvSpPr/>
              <p:nvPr/>
            </p:nvSpPr>
            <p:spPr>
              <a:xfrm>
                <a:off x="1889100" y="1038400"/>
                <a:ext cx="16925" cy="16950"/>
              </a:xfrm>
              <a:custGeom>
                <a:rect b="b" l="l" r="r" t="t"/>
                <a:pathLst>
                  <a:path extrusionOk="0" h="678" w="677">
                    <a:moveTo>
                      <a:pt x="340" y="117"/>
                    </a:moveTo>
                    <a:cubicBezTo>
                      <a:pt x="461" y="117"/>
                      <a:pt x="561" y="216"/>
                      <a:pt x="561" y="338"/>
                    </a:cubicBezTo>
                    <a:cubicBezTo>
                      <a:pt x="561" y="459"/>
                      <a:pt x="461" y="559"/>
                      <a:pt x="340" y="559"/>
                    </a:cubicBezTo>
                    <a:cubicBezTo>
                      <a:pt x="218" y="559"/>
                      <a:pt x="119" y="459"/>
                      <a:pt x="119" y="338"/>
                    </a:cubicBezTo>
                    <a:cubicBezTo>
                      <a:pt x="119" y="216"/>
                      <a:pt x="218" y="117"/>
                      <a:pt x="340" y="117"/>
                    </a:cubicBezTo>
                    <a:close/>
                    <a:moveTo>
                      <a:pt x="340" y="1"/>
                    </a:moveTo>
                    <a:cubicBezTo>
                      <a:pt x="152" y="1"/>
                      <a:pt x="0" y="153"/>
                      <a:pt x="0" y="338"/>
                    </a:cubicBezTo>
                    <a:cubicBezTo>
                      <a:pt x="0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38"/>
                    </a:cubicBezTo>
                    <a:cubicBezTo>
                      <a:pt x="677" y="153"/>
                      <a:pt x="525" y="1"/>
                      <a:pt x="340" y="1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1" name="Google Shape;3821;p37"/>
              <p:cNvSpPr/>
              <p:nvPr/>
            </p:nvSpPr>
            <p:spPr>
              <a:xfrm>
                <a:off x="1836850" y="1835650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40" y="119"/>
                    </a:moveTo>
                    <a:cubicBezTo>
                      <a:pt x="462" y="119"/>
                      <a:pt x="561" y="218"/>
                      <a:pt x="561" y="340"/>
                    </a:cubicBezTo>
                    <a:cubicBezTo>
                      <a:pt x="561" y="461"/>
                      <a:pt x="462" y="561"/>
                      <a:pt x="340" y="561"/>
                    </a:cubicBezTo>
                    <a:cubicBezTo>
                      <a:pt x="219" y="561"/>
                      <a:pt x="119" y="461"/>
                      <a:pt x="119" y="340"/>
                    </a:cubicBezTo>
                    <a:cubicBezTo>
                      <a:pt x="119" y="218"/>
                      <a:pt x="219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1" y="152"/>
                      <a:pt x="1" y="340"/>
                    </a:cubicBezTo>
                    <a:cubicBezTo>
                      <a:pt x="1" y="525"/>
                      <a:pt x="152" y="677"/>
                      <a:pt x="340" y="677"/>
                    </a:cubicBezTo>
                    <a:cubicBezTo>
                      <a:pt x="525" y="677"/>
                      <a:pt x="677" y="525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2" name="Google Shape;3822;p37"/>
              <p:cNvSpPr/>
              <p:nvPr/>
            </p:nvSpPr>
            <p:spPr>
              <a:xfrm>
                <a:off x="1889100" y="1068850"/>
                <a:ext cx="16925" cy="17000"/>
              </a:xfrm>
              <a:custGeom>
                <a:rect b="b" l="l" r="r" t="t"/>
                <a:pathLst>
                  <a:path extrusionOk="0" h="680" w="677">
                    <a:moveTo>
                      <a:pt x="340" y="119"/>
                    </a:moveTo>
                    <a:cubicBezTo>
                      <a:pt x="461" y="119"/>
                      <a:pt x="561" y="218"/>
                      <a:pt x="561" y="340"/>
                    </a:cubicBezTo>
                    <a:cubicBezTo>
                      <a:pt x="561" y="461"/>
                      <a:pt x="461" y="561"/>
                      <a:pt x="340" y="561"/>
                    </a:cubicBezTo>
                    <a:cubicBezTo>
                      <a:pt x="218" y="561"/>
                      <a:pt x="119" y="461"/>
                      <a:pt x="119" y="340"/>
                    </a:cubicBezTo>
                    <a:cubicBezTo>
                      <a:pt x="119" y="218"/>
                      <a:pt x="218" y="119"/>
                      <a:pt x="340" y="119"/>
                    </a:cubicBezTo>
                    <a:close/>
                    <a:moveTo>
                      <a:pt x="340" y="0"/>
                    </a:moveTo>
                    <a:cubicBezTo>
                      <a:pt x="152" y="0"/>
                      <a:pt x="0" y="152"/>
                      <a:pt x="0" y="340"/>
                    </a:cubicBezTo>
                    <a:cubicBezTo>
                      <a:pt x="0" y="528"/>
                      <a:pt x="152" y="679"/>
                      <a:pt x="340" y="679"/>
                    </a:cubicBezTo>
                    <a:cubicBezTo>
                      <a:pt x="525" y="679"/>
                      <a:pt x="677" y="528"/>
                      <a:pt x="677" y="340"/>
                    </a:cubicBezTo>
                    <a:cubicBezTo>
                      <a:pt x="677" y="152"/>
                      <a:pt x="525" y="0"/>
                      <a:pt x="340" y="0"/>
                    </a:cubicBez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3" name="Google Shape;3823;p37"/>
              <p:cNvSpPr/>
              <p:nvPr/>
            </p:nvSpPr>
            <p:spPr>
              <a:xfrm>
                <a:off x="1611125" y="977275"/>
                <a:ext cx="373450" cy="868550"/>
              </a:xfrm>
              <a:custGeom>
                <a:rect b="b" l="l" r="r" t="t"/>
                <a:pathLst>
                  <a:path extrusionOk="0" h="34742" w="14938">
                    <a:moveTo>
                      <a:pt x="14598" y="34181"/>
                    </a:moveTo>
                    <a:cubicBezTo>
                      <a:pt x="14719" y="34181"/>
                      <a:pt x="14818" y="34280"/>
                      <a:pt x="14818" y="34401"/>
                    </a:cubicBezTo>
                    <a:cubicBezTo>
                      <a:pt x="14818" y="34523"/>
                      <a:pt x="14719" y="34622"/>
                      <a:pt x="14598" y="34622"/>
                    </a:cubicBezTo>
                    <a:cubicBezTo>
                      <a:pt x="14476" y="34622"/>
                      <a:pt x="14377" y="34523"/>
                      <a:pt x="14377" y="34401"/>
                    </a:cubicBezTo>
                    <a:cubicBezTo>
                      <a:pt x="14377" y="34280"/>
                      <a:pt x="14476" y="34181"/>
                      <a:pt x="14598" y="34181"/>
                    </a:cubicBezTo>
                    <a:close/>
                    <a:moveTo>
                      <a:pt x="83" y="0"/>
                    </a:moveTo>
                    <a:lnTo>
                      <a:pt x="0" y="83"/>
                    </a:lnTo>
                    <a:lnTo>
                      <a:pt x="9355" y="9422"/>
                    </a:lnTo>
                    <a:lnTo>
                      <a:pt x="9355" y="29250"/>
                    </a:lnTo>
                    <a:lnTo>
                      <a:pt x="14322" y="34208"/>
                    </a:lnTo>
                    <a:cubicBezTo>
                      <a:pt x="14283" y="34263"/>
                      <a:pt x="14258" y="34330"/>
                      <a:pt x="14258" y="34401"/>
                    </a:cubicBezTo>
                    <a:cubicBezTo>
                      <a:pt x="14258" y="34589"/>
                      <a:pt x="14410" y="34741"/>
                      <a:pt x="14598" y="34741"/>
                    </a:cubicBezTo>
                    <a:cubicBezTo>
                      <a:pt x="14785" y="34741"/>
                      <a:pt x="14937" y="34589"/>
                      <a:pt x="14937" y="34401"/>
                    </a:cubicBezTo>
                    <a:cubicBezTo>
                      <a:pt x="14937" y="34214"/>
                      <a:pt x="14785" y="34062"/>
                      <a:pt x="14598" y="34062"/>
                    </a:cubicBezTo>
                    <a:cubicBezTo>
                      <a:pt x="14526" y="34062"/>
                      <a:pt x="14460" y="34087"/>
                      <a:pt x="14404" y="34125"/>
                    </a:cubicBezTo>
                    <a:lnTo>
                      <a:pt x="9471" y="29201"/>
                    </a:lnTo>
                    <a:lnTo>
                      <a:pt x="9471" y="937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4" name="Google Shape;3824;p37"/>
              <p:cNvSpPr/>
              <p:nvPr/>
            </p:nvSpPr>
            <p:spPr>
              <a:xfrm>
                <a:off x="1695175" y="963875"/>
                <a:ext cx="377650" cy="901950"/>
              </a:xfrm>
              <a:custGeom>
                <a:rect b="b" l="l" r="r" t="t"/>
                <a:pathLst>
                  <a:path extrusionOk="0" h="36078" w="15106">
                    <a:moveTo>
                      <a:pt x="332" y="1"/>
                    </a:moveTo>
                    <a:lnTo>
                      <a:pt x="0" y="335"/>
                    </a:lnTo>
                    <a:lnTo>
                      <a:pt x="3178" y="3490"/>
                    </a:lnTo>
                    <a:lnTo>
                      <a:pt x="7859" y="8136"/>
                    </a:lnTo>
                    <a:lnTo>
                      <a:pt x="7859" y="29215"/>
                    </a:lnTo>
                    <a:lnTo>
                      <a:pt x="14322" y="35628"/>
                    </a:lnTo>
                    <a:cubicBezTo>
                      <a:pt x="14319" y="35647"/>
                      <a:pt x="14316" y="35663"/>
                      <a:pt x="14316" y="35683"/>
                    </a:cubicBezTo>
                    <a:cubicBezTo>
                      <a:pt x="14316" y="35901"/>
                      <a:pt x="14493" y="36078"/>
                      <a:pt x="14711" y="36078"/>
                    </a:cubicBezTo>
                    <a:cubicBezTo>
                      <a:pt x="14929" y="36078"/>
                      <a:pt x="15106" y="35901"/>
                      <a:pt x="15106" y="35683"/>
                    </a:cubicBezTo>
                    <a:cubicBezTo>
                      <a:pt x="15106" y="35465"/>
                      <a:pt x="14929" y="35288"/>
                      <a:pt x="14711" y="35288"/>
                    </a:cubicBezTo>
                    <a:cubicBezTo>
                      <a:pt x="14692" y="35288"/>
                      <a:pt x="14672" y="35291"/>
                      <a:pt x="14653" y="35294"/>
                    </a:cubicBezTo>
                    <a:lnTo>
                      <a:pt x="8332" y="29019"/>
                    </a:lnTo>
                    <a:lnTo>
                      <a:pt x="8332" y="7940"/>
                    </a:lnTo>
                    <a:lnTo>
                      <a:pt x="8263" y="7871"/>
                    </a:lnTo>
                    <a:lnTo>
                      <a:pt x="3294" y="2938"/>
                    </a:lnTo>
                    <a:lnTo>
                      <a:pt x="332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5" name="Google Shape;3825;p37"/>
              <p:cNvSpPr/>
              <p:nvPr/>
            </p:nvSpPr>
            <p:spPr>
              <a:xfrm>
                <a:off x="1563900" y="991550"/>
                <a:ext cx="348000" cy="843075"/>
              </a:xfrm>
              <a:custGeom>
                <a:rect b="b" l="l" r="r" t="t"/>
                <a:pathLst>
                  <a:path extrusionOk="0" h="33723" w="13920">
                    <a:moveTo>
                      <a:pt x="84" y="1"/>
                    </a:moveTo>
                    <a:lnTo>
                      <a:pt x="1" y="83"/>
                    </a:lnTo>
                    <a:lnTo>
                      <a:pt x="9376" y="9442"/>
                    </a:lnTo>
                    <a:lnTo>
                      <a:pt x="9376" y="29270"/>
                    </a:lnTo>
                    <a:lnTo>
                      <a:pt x="13837" y="33723"/>
                    </a:lnTo>
                    <a:lnTo>
                      <a:pt x="13919" y="33640"/>
                    </a:lnTo>
                    <a:lnTo>
                      <a:pt x="9491" y="29220"/>
                    </a:lnTo>
                    <a:lnTo>
                      <a:pt x="9491" y="939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6" name="Google Shape;3826;p37"/>
              <p:cNvSpPr/>
              <p:nvPr/>
            </p:nvSpPr>
            <p:spPr>
              <a:xfrm>
                <a:off x="1587225" y="984175"/>
                <a:ext cx="367050" cy="861650"/>
              </a:xfrm>
              <a:custGeom>
                <a:rect b="b" l="l" r="r" t="t"/>
                <a:pathLst>
                  <a:path extrusionOk="0" h="34466" w="14682">
                    <a:moveTo>
                      <a:pt x="14344" y="33905"/>
                    </a:moveTo>
                    <a:cubicBezTo>
                      <a:pt x="14466" y="33905"/>
                      <a:pt x="14565" y="34004"/>
                      <a:pt x="14565" y="34125"/>
                    </a:cubicBezTo>
                    <a:cubicBezTo>
                      <a:pt x="14565" y="34247"/>
                      <a:pt x="14466" y="34346"/>
                      <a:pt x="14344" y="34346"/>
                    </a:cubicBezTo>
                    <a:cubicBezTo>
                      <a:pt x="14223" y="34346"/>
                      <a:pt x="14124" y="34247"/>
                      <a:pt x="14124" y="34125"/>
                    </a:cubicBezTo>
                    <a:cubicBezTo>
                      <a:pt x="14124" y="34004"/>
                      <a:pt x="14223" y="33905"/>
                      <a:pt x="14344" y="33905"/>
                    </a:cubicBezTo>
                    <a:close/>
                    <a:moveTo>
                      <a:pt x="87" y="0"/>
                    </a:moveTo>
                    <a:lnTo>
                      <a:pt x="1" y="83"/>
                    </a:lnTo>
                    <a:lnTo>
                      <a:pt x="9376" y="9441"/>
                    </a:lnTo>
                    <a:lnTo>
                      <a:pt x="9376" y="29256"/>
                    </a:lnTo>
                    <a:lnTo>
                      <a:pt x="14066" y="33932"/>
                    </a:lnTo>
                    <a:cubicBezTo>
                      <a:pt x="14027" y="33987"/>
                      <a:pt x="14005" y="34054"/>
                      <a:pt x="14005" y="34125"/>
                    </a:cubicBezTo>
                    <a:cubicBezTo>
                      <a:pt x="14005" y="34313"/>
                      <a:pt x="14157" y="34465"/>
                      <a:pt x="14344" y="34465"/>
                    </a:cubicBezTo>
                    <a:cubicBezTo>
                      <a:pt x="14529" y="34465"/>
                      <a:pt x="14681" y="34313"/>
                      <a:pt x="14681" y="34125"/>
                    </a:cubicBezTo>
                    <a:cubicBezTo>
                      <a:pt x="14681" y="33941"/>
                      <a:pt x="14529" y="33789"/>
                      <a:pt x="14344" y="33789"/>
                    </a:cubicBezTo>
                    <a:cubicBezTo>
                      <a:pt x="14273" y="33789"/>
                      <a:pt x="14204" y="33811"/>
                      <a:pt x="14148" y="33849"/>
                    </a:cubicBezTo>
                    <a:lnTo>
                      <a:pt x="9494" y="29206"/>
                    </a:lnTo>
                    <a:lnTo>
                      <a:pt x="9494" y="9391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>
                  <a:alpha val="208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3827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8" name="Google Shape;3828;p38"/>
          <p:cNvGrpSpPr/>
          <p:nvPr/>
        </p:nvGrpSpPr>
        <p:grpSpPr>
          <a:xfrm flipH="1" rot="1799983">
            <a:off x="6825261" y="-325841"/>
            <a:ext cx="2835804" cy="2780472"/>
            <a:chOff x="1400775" y="920275"/>
            <a:chExt cx="1637475" cy="1605525"/>
          </a:xfrm>
        </p:grpSpPr>
        <p:sp>
          <p:nvSpPr>
            <p:cNvPr id="3829" name="Google Shape;3829;p38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8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8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38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38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8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8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8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8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8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8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8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8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8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8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8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8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8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8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8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8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8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8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8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8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8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8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8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8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8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8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38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38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38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38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38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38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38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38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38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38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38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38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38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38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38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38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38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8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8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8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38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38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8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8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8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8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38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38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38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8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8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8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8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8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8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8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8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38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38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8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38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38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38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38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38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38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38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38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38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38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38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38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38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38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38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38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38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38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38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3919" name="Shape 3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0" name="Google Shape;3920;p39"/>
          <p:cNvGrpSpPr/>
          <p:nvPr/>
        </p:nvGrpSpPr>
        <p:grpSpPr>
          <a:xfrm rot="-1799983">
            <a:off x="-669464" y="-554441"/>
            <a:ext cx="2835804" cy="2780472"/>
            <a:chOff x="1400775" y="920275"/>
            <a:chExt cx="1637475" cy="1605525"/>
          </a:xfrm>
        </p:grpSpPr>
        <p:sp>
          <p:nvSpPr>
            <p:cNvPr id="3921" name="Google Shape;3921;p39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39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39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39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39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39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39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39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39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39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39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39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39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39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39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39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39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39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39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39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39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39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39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39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39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39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39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39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39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39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39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39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39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9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39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39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9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9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9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9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9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9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9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9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9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9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9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9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9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9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9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9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9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9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9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9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9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9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9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9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9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9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9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9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9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9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9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9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9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9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9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9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9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9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9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9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9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9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9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9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9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9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9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9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9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9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9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9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9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9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1" name="Google Shape;4011;p39"/>
          <p:cNvGrpSpPr/>
          <p:nvPr/>
        </p:nvGrpSpPr>
        <p:grpSpPr>
          <a:xfrm rot="9000017">
            <a:off x="6977661" y="2831184"/>
            <a:ext cx="2835804" cy="2780472"/>
            <a:chOff x="1400775" y="920275"/>
            <a:chExt cx="1637475" cy="1605525"/>
          </a:xfrm>
        </p:grpSpPr>
        <p:sp>
          <p:nvSpPr>
            <p:cNvPr id="4012" name="Google Shape;4012;p39"/>
            <p:cNvSpPr/>
            <p:nvPr/>
          </p:nvSpPr>
          <p:spPr>
            <a:xfrm>
              <a:off x="2472400" y="990525"/>
              <a:ext cx="16925" cy="247025"/>
            </a:xfrm>
            <a:custGeom>
              <a:rect b="b" l="l" r="r" t="t"/>
              <a:pathLst>
                <a:path extrusionOk="0" h="9881" w="677">
                  <a:moveTo>
                    <a:pt x="337" y="9320"/>
                  </a:moveTo>
                  <a:cubicBezTo>
                    <a:pt x="458" y="9320"/>
                    <a:pt x="558" y="9419"/>
                    <a:pt x="558" y="9540"/>
                  </a:cubicBezTo>
                  <a:cubicBezTo>
                    <a:pt x="558" y="9662"/>
                    <a:pt x="458" y="9761"/>
                    <a:pt x="337" y="9761"/>
                  </a:cubicBezTo>
                  <a:cubicBezTo>
                    <a:pt x="215" y="9761"/>
                    <a:pt x="116" y="9662"/>
                    <a:pt x="116" y="9540"/>
                  </a:cubicBezTo>
                  <a:cubicBezTo>
                    <a:pt x="116" y="9419"/>
                    <a:pt x="215" y="9320"/>
                    <a:pt x="337" y="9320"/>
                  </a:cubicBezTo>
                  <a:close/>
                  <a:moveTo>
                    <a:pt x="279" y="0"/>
                  </a:moveTo>
                  <a:lnTo>
                    <a:pt x="279" y="9206"/>
                  </a:lnTo>
                  <a:cubicBezTo>
                    <a:pt x="122" y="9237"/>
                    <a:pt x="0" y="9375"/>
                    <a:pt x="0" y="9540"/>
                  </a:cubicBezTo>
                  <a:cubicBezTo>
                    <a:pt x="0" y="9728"/>
                    <a:pt x="152" y="9880"/>
                    <a:pt x="337" y="9880"/>
                  </a:cubicBezTo>
                  <a:cubicBezTo>
                    <a:pt x="525" y="9880"/>
                    <a:pt x="676" y="9728"/>
                    <a:pt x="676" y="9540"/>
                  </a:cubicBezTo>
                  <a:cubicBezTo>
                    <a:pt x="676" y="9375"/>
                    <a:pt x="555" y="9237"/>
                    <a:pt x="398" y="9206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9"/>
            <p:cNvSpPr/>
            <p:nvPr/>
          </p:nvSpPr>
          <p:spPr>
            <a:xfrm>
              <a:off x="2905300" y="1457050"/>
              <a:ext cx="73250" cy="126800"/>
            </a:xfrm>
            <a:custGeom>
              <a:rect b="b" l="l" r="r" t="t"/>
              <a:pathLst>
                <a:path extrusionOk="0" h="5072" w="2930">
                  <a:moveTo>
                    <a:pt x="337" y="4511"/>
                  </a:moveTo>
                  <a:cubicBezTo>
                    <a:pt x="459" y="4511"/>
                    <a:pt x="558" y="4610"/>
                    <a:pt x="558" y="4732"/>
                  </a:cubicBezTo>
                  <a:cubicBezTo>
                    <a:pt x="558" y="4853"/>
                    <a:pt x="459" y="4952"/>
                    <a:pt x="337" y="4952"/>
                  </a:cubicBezTo>
                  <a:cubicBezTo>
                    <a:pt x="216" y="4952"/>
                    <a:pt x="117" y="4853"/>
                    <a:pt x="117" y="4732"/>
                  </a:cubicBezTo>
                  <a:cubicBezTo>
                    <a:pt x="117" y="4610"/>
                    <a:pt x="216" y="4511"/>
                    <a:pt x="337" y="4511"/>
                  </a:cubicBezTo>
                  <a:close/>
                  <a:moveTo>
                    <a:pt x="509" y="0"/>
                  </a:moveTo>
                  <a:lnTo>
                    <a:pt x="279" y="232"/>
                  </a:lnTo>
                  <a:lnTo>
                    <a:pt x="279" y="4400"/>
                  </a:lnTo>
                  <a:cubicBezTo>
                    <a:pt x="119" y="4428"/>
                    <a:pt x="1" y="4566"/>
                    <a:pt x="1" y="4732"/>
                  </a:cubicBezTo>
                  <a:cubicBezTo>
                    <a:pt x="1" y="4919"/>
                    <a:pt x="152" y="5071"/>
                    <a:pt x="337" y="5071"/>
                  </a:cubicBezTo>
                  <a:cubicBezTo>
                    <a:pt x="525" y="5071"/>
                    <a:pt x="677" y="4919"/>
                    <a:pt x="677" y="4732"/>
                  </a:cubicBezTo>
                  <a:cubicBezTo>
                    <a:pt x="677" y="4566"/>
                    <a:pt x="556" y="4428"/>
                    <a:pt x="398" y="4400"/>
                  </a:cubicBezTo>
                  <a:lnTo>
                    <a:pt x="398" y="279"/>
                  </a:lnTo>
                  <a:lnTo>
                    <a:pt x="558" y="119"/>
                  </a:lnTo>
                  <a:lnTo>
                    <a:pt x="2930" y="119"/>
                  </a:lnTo>
                  <a:lnTo>
                    <a:pt x="293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9"/>
            <p:cNvSpPr/>
            <p:nvPr/>
          </p:nvSpPr>
          <p:spPr>
            <a:xfrm>
              <a:off x="2400400" y="1336750"/>
              <a:ext cx="16950" cy="16925"/>
            </a:xfrm>
            <a:custGeom>
              <a:rect b="b" l="l" r="r" t="t"/>
              <a:pathLst>
                <a:path extrusionOk="0" h="677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61"/>
                    <a:pt x="340" y="561"/>
                  </a:cubicBezTo>
                  <a:cubicBezTo>
                    <a:pt x="219" y="561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2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9"/>
            <p:cNvSpPr/>
            <p:nvPr/>
          </p:nvSpPr>
          <p:spPr>
            <a:xfrm>
              <a:off x="2727800" y="1624750"/>
              <a:ext cx="310450" cy="193250"/>
            </a:xfrm>
            <a:custGeom>
              <a:rect b="b" l="l" r="r" t="t"/>
              <a:pathLst>
                <a:path extrusionOk="0" h="7730" w="12418">
                  <a:moveTo>
                    <a:pt x="12083" y="0"/>
                  </a:moveTo>
                  <a:lnTo>
                    <a:pt x="5036" y="7100"/>
                  </a:lnTo>
                  <a:lnTo>
                    <a:pt x="710" y="7100"/>
                  </a:lnTo>
                  <a:cubicBezTo>
                    <a:pt x="638" y="7004"/>
                    <a:pt x="525" y="6940"/>
                    <a:pt x="395" y="6940"/>
                  </a:cubicBezTo>
                  <a:cubicBezTo>
                    <a:pt x="177" y="6940"/>
                    <a:pt x="1" y="7117"/>
                    <a:pt x="1" y="7335"/>
                  </a:cubicBezTo>
                  <a:cubicBezTo>
                    <a:pt x="1" y="7553"/>
                    <a:pt x="177" y="7730"/>
                    <a:pt x="395" y="7730"/>
                  </a:cubicBezTo>
                  <a:cubicBezTo>
                    <a:pt x="525" y="7730"/>
                    <a:pt x="638" y="7669"/>
                    <a:pt x="710" y="7572"/>
                  </a:cubicBezTo>
                  <a:lnTo>
                    <a:pt x="5232" y="7572"/>
                  </a:lnTo>
                  <a:lnTo>
                    <a:pt x="12417" y="331"/>
                  </a:lnTo>
                  <a:lnTo>
                    <a:pt x="120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9"/>
            <p:cNvSpPr/>
            <p:nvPr/>
          </p:nvSpPr>
          <p:spPr>
            <a:xfrm>
              <a:off x="2400400" y="136725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9"/>
                  </a:moveTo>
                  <a:cubicBezTo>
                    <a:pt x="462" y="119"/>
                    <a:pt x="561" y="219"/>
                    <a:pt x="561" y="340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20" y="462"/>
                    <a:pt x="120" y="340"/>
                  </a:cubicBezTo>
                  <a:cubicBezTo>
                    <a:pt x="120" y="219"/>
                    <a:pt x="219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40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9"/>
            <p:cNvSpPr/>
            <p:nvPr/>
          </p:nvSpPr>
          <p:spPr>
            <a:xfrm>
              <a:off x="2399025" y="1396800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9"/>
            <p:cNvSpPr/>
            <p:nvPr/>
          </p:nvSpPr>
          <p:spPr>
            <a:xfrm>
              <a:off x="2391725" y="990525"/>
              <a:ext cx="83725" cy="512775"/>
            </a:xfrm>
            <a:custGeom>
              <a:rect b="b" l="l" r="r" t="t"/>
              <a:pathLst>
                <a:path extrusionOk="0" h="20511" w="3349">
                  <a:moveTo>
                    <a:pt x="0" y="0"/>
                  </a:moveTo>
                  <a:lnTo>
                    <a:pt x="0" y="8988"/>
                  </a:lnTo>
                  <a:lnTo>
                    <a:pt x="2716" y="11685"/>
                  </a:lnTo>
                  <a:lnTo>
                    <a:pt x="2716" y="19801"/>
                  </a:lnTo>
                  <a:cubicBezTo>
                    <a:pt x="2620" y="19873"/>
                    <a:pt x="2556" y="19986"/>
                    <a:pt x="2556" y="20116"/>
                  </a:cubicBezTo>
                  <a:cubicBezTo>
                    <a:pt x="2556" y="20334"/>
                    <a:pt x="2733" y="20511"/>
                    <a:pt x="2951" y="20511"/>
                  </a:cubicBezTo>
                  <a:cubicBezTo>
                    <a:pt x="3169" y="20511"/>
                    <a:pt x="3349" y="20334"/>
                    <a:pt x="3349" y="20116"/>
                  </a:cubicBezTo>
                  <a:cubicBezTo>
                    <a:pt x="3349" y="19986"/>
                    <a:pt x="3285" y="19873"/>
                    <a:pt x="3188" y="19801"/>
                  </a:cubicBezTo>
                  <a:lnTo>
                    <a:pt x="3188" y="11489"/>
                  </a:lnTo>
                  <a:lnTo>
                    <a:pt x="472" y="8792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9"/>
            <p:cNvSpPr/>
            <p:nvPr/>
          </p:nvSpPr>
          <p:spPr>
            <a:xfrm>
              <a:off x="2688525" y="1369200"/>
              <a:ext cx="297400" cy="472550"/>
            </a:xfrm>
            <a:custGeom>
              <a:rect b="b" l="l" r="r" t="t"/>
              <a:pathLst>
                <a:path extrusionOk="0" h="18902" w="11896">
                  <a:moveTo>
                    <a:pt x="338" y="18341"/>
                  </a:moveTo>
                  <a:cubicBezTo>
                    <a:pt x="459" y="18341"/>
                    <a:pt x="559" y="18440"/>
                    <a:pt x="559" y="18562"/>
                  </a:cubicBezTo>
                  <a:cubicBezTo>
                    <a:pt x="559" y="18683"/>
                    <a:pt x="459" y="18782"/>
                    <a:pt x="338" y="18782"/>
                  </a:cubicBezTo>
                  <a:cubicBezTo>
                    <a:pt x="216" y="18782"/>
                    <a:pt x="117" y="18683"/>
                    <a:pt x="117" y="18562"/>
                  </a:cubicBezTo>
                  <a:cubicBezTo>
                    <a:pt x="117" y="18440"/>
                    <a:pt x="216" y="18341"/>
                    <a:pt x="338" y="18341"/>
                  </a:cubicBezTo>
                  <a:close/>
                  <a:moveTo>
                    <a:pt x="7051" y="0"/>
                  </a:moveTo>
                  <a:lnTo>
                    <a:pt x="5202" y="1863"/>
                  </a:lnTo>
                  <a:lnTo>
                    <a:pt x="5202" y="8196"/>
                  </a:lnTo>
                  <a:lnTo>
                    <a:pt x="280" y="13154"/>
                  </a:lnTo>
                  <a:lnTo>
                    <a:pt x="280" y="18228"/>
                  </a:lnTo>
                  <a:cubicBezTo>
                    <a:pt x="120" y="18258"/>
                    <a:pt x="1" y="18396"/>
                    <a:pt x="1" y="18562"/>
                  </a:cubicBezTo>
                  <a:cubicBezTo>
                    <a:pt x="1" y="18749"/>
                    <a:pt x="153" y="18901"/>
                    <a:pt x="338" y="18901"/>
                  </a:cubicBezTo>
                  <a:cubicBezTo>
                    <a:pt x="525" y="18901"/>
                    <a:pt x="677" y="18749"/>
                    <a:pt x="677" y="18562"/>
                  </a:cubicBezTo>
                  <a:cubicBezTo>
                    <a:pt x="677" y="18396"/>
                    <a:pt x="556" y="18258"/>
                    <a:pt x="398" y="18228"/>
                  </a:cubicBezTo>
                  <a:lnTo>
                    <a:pt x="398" y="13201"/>
                  </a:lnTo>
                  <a:lnTo>
                    <a:pt x="5318" y="8243"/>
                  </a:lnTo>
                  <a:lnTo>
                    <a:pt x="5318" y="1913"/>
                  </a:lnTo>
                  <a:lnTo>
                    <a:pt x="7101" y="116"/>
                  </a:lnTo>
                  <a:lnTo>
                    <a:pt x="11896" y="11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9"/>
            <p:cNvSpPr/>
            <p:nvPr/>
          </p:nvSpPr>
          <p:spPr>
            <a:xfrm>
              <a:off x="2425675" y="990525"/>
              <a:ext cx="16925" cy="200575"/>
            </a:xfrm>
            <a:custGeom>
              <a:rect b="b" l="l" r="r" t="t"/>
              <a:pathLst>
                <a:path extrusionOk="0" h="8023" w="677">
                  <a:moveTo>
                    <a:pt x="337" y="7465"/>
                  </a:moveTo>
                  <a:cubicBezTo>
                    <a:pt x="458" y="7465"/>
                    <a:pt x="558" y="7564"/>
                    <a:pt x="558" y="7685"/>
                  </a:cubicBezTo>
                  <a:cubicBezTo>
                    <a:pt x="558" y="7807"/>
                    <a:pt x="458" y="7906"/>
                    <a:pt x="337" y="7906"/>
                  </a:cubicBezTo>
                  <a:cubicBezTo>
                    <a:pt x="216" y="7906"/>
                    <a:pt x="116" y="7807"/>
                    <a:pt x="116" y="7685"/>
                  </a:cubicBezTo>
                  <a:cubicBezTo>
                    <a:pt x="116" y="7564"/>
                    <a:pt x="216" y="7465"/>
                    <a:pt x="337" y="7465"/>
                  </a:cubicBezTo>
                  <a:close/>
                  <a:moveTo>
                    <a:pt x="279" y="0"/>
                  </a:moveTo>
                  <a:lnTo>
                    <a:pt x="279" y="7351"/>
                  </a:lnTo>
                  <a:cubicBezTo>
                    <a:pt x="122" y="7379"/>
                    <a:pt x="0" y="7517"/>
                    <a:pt x="0" y="7685"/>
                  </a:cubicBezTo>
                  <a:cubicBezTo>
                    <a:pt x="0" y="7870"/>
                    <a:pt x="149" y="8022"/>
                    <a:pt x="337" y="8022"/>
                  </a:cubicBezTo>
                  <a:cubicBezTo>
                    <a:pt x="525" y="8022"/>
                    <a:pt x="677" y="7870"/>
                    <a:pt x="677" y="7685"/>
                  </a:cubicBezTo>
                  <a:cubicBezTo>
                    <a:pt x="677" y="7520"/>
                    <a:pt x="555" y="7382"/>
                    <a:pt x="398" y="735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9"/>
            <p:cNvSpPr/>
            <p:nvPr/>
          </p:nvSpPr>
          <p:spPr>
            <a:xfrm>
              <a:off x="2664875" y="1345800"/>
              <a:ext cx="321000" cy="519675"/>
            </a:xfrm>
            <a:custGeom>
              <a:rect b="b" l="l" r="r" t="t"/>
              <a:pathLst>
                <a:path extrusionOk="0" h="20787" w="12840">
                  <a:moveTo>
                    <a:pt x="340" y="20229"/>
                  </a:moveTo>
                  <a:cubicBezTo>
                    <a:pt x="461" y="20229"/>
                    <a:pt x="560" y="20329"/>
                    <a:pt x="560" y="20450"/>
                  </a:cubicBezTo>
                  <a:cubicBezTo>
                    <a:pt x="560" y="20571"/>
                    <a:pt x="461" y="20668"/>
                    <a:pt x="340" y="20668"/>
                  </a:cubicBezTo>
                  <a:cubicBezTo>
                    <a:pt x="218" y="20668"/>
                    <a:pt x="119" y="20571"/>
                    <a:pt x="119" y="20450"/>
                  </a:cubicBezTo>
                  <a:cubicBezTo>
                    <a:pt x="119" y="20329"/>
                    <a:pt x="218" y="20229"/>
                    <a:pt x="340" y="20229"/>
                  </a:cubicBezTo>
                  <a:close/>
                  <a:moveTo>
                    <a:pt x="7685" y="0"/>
                  </a:moveTo>
                  <a:lnTo>
                    <a:pt x="5201" y="2501"/>
                  </a:lnTo>
                  <a:lnTo>
                    <a:pt x="5201" y="8834"/>
                  </a:lnTo>
                  <a:lnTo>
                    <a:pt x="279" y="13792"/>
                  </a:lnTo>
                  <a:lnTo>
                    <a:pt x="279" y="20116"/>
                  </a:lnTo>
                  <a:cubicBezTo>
                    <a:pt x="122" y="20144"/>
                    <a:pt x="0" y="20282"/>
                    <a:pt x="0" y="20450"/>
                  </a:cubicBezTo>
                  <a:cubicBezTo>
                    <a:pt x="0" y="20635"/>
                    <a:pt x="152" y="20787"/>
                    <a:pt x="340" y="20787"/>
                  </a:cubicBezTo>
                  <a:cubicBezTo>
                    <a:pt x="525" y="20787"/>
                    <a:pt x="676" y="20635"/>
                    <a:pt x="676" y="20450"/>
                  </a:cubicBezTo>
                  <a:cubicBezTo>
                    <a:pt x="676" y="20282"/>
                    <a:pt x="555" y="20144"/>
                    <a:pt x="398" y="20116"/>
                  </a:cubicBezTo>
                  <a:lnTo>
                    <a:pt x="398" y="13839"/>
                  </a:lnTo>
                  <a:lnTo>
                    <a:pt x="5320" y="8881"/>
                  </a:lnTo>
                  <a:lnTo>
                    <a:pt x="5320" y="2551"/>
                  </a:lnTo>
                  <a:lnTo>
                    <a:pt x="7732" y="119"/>
                  </a:lnTo>
                  <a:lnTo>
                    <a:pt x="12839" y="119"/>
                  </a:lnTo>
                  <a:lnTo>
                    <a:pt x="128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9"/>
            <p:cNvSpPr/>
            <p:nvPr/>
          </p:nvSpPr>
          <p:spPr>
            <a:xfrm>
              <a:off x="2449000" y="990525"/>
              <a:ext cx="16925" cy="223825"/>
            </a:xfrm>
            <a:custGeom>
              <a:rect b="b" l="l" r="r" t="t"/>
              <a:pathLst>
                <a:path extrusionOk="0" h="8953" w="677">
                  <a:moveTo>
                    <a:pt x="340" y="8392"/>
                  </a:moveTo>
                  <a:cubicBezTo>
                    <a:pt x="461" y="8392"/>
                    <a:pt x="561" y="8491"/>
                    <a:pt x="561" y="8613"/>
                  </a:cubicBezTo>
                  <a:cubicBezTo>
                    <a:pt x="561" y="8734"/>
                    <a:pt x="461" y="8834"/>
                    <a:pt x="340" y="8834"/>
                  </a:cubicBezTo>
                  <a:cubicBezTo>
                    <a:pt x="218" y="8834"/>
                    <a:pt x="119" y="8734"/>
                    <a:pt x="119" y="8613"/>
                  </a:cubicBezTo>
                  <a:cubicBezTo>
                    <a:pt x="119" y="8491"/>
                    <a:pt x="218" y="8392"/>
                    <a:pt x="340" y="8392"/>
                  </a:cubicBezTo>
                  <a:close/>
                  <a:moveTo>
                    <a:pt x="279" y="0"/>
                  </a:moveTo>
                  <a:lnTo>
                    <a:pt x="279" y="8279"/>
                  </a:lnTo>
                  <a:cubicBezTo>
                    <a:pt x="122" y="8307"/>
                    <a:pt x="0" y="8445"/>
                    <a:pt x="0" y="8613"/>
                  </a:cubicBezTo>
                  <a:cubicBezTo>
                    <a:pt x="0" y="8801"/>
                    <a:pt x="152" y="8952"/>
                    <a:pt x="340" y="8952"/>
                  </a:cubicBezTo>
                  <a:cubicBezTo>
                    <a:pt x="525" y="8952"/>
                    <a:pt x="677" y="8801"/>
                    <a:pt x="677" y="8613"/>
                  </a:cubicBezTo>
                  <a:cubicBezTo>
                    <a:pt x="677" y="8447"/>
                    <a:pt x="555" y="8309"/>
                    <a:pt x="398" y="8282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9"/>
            <p:cNvSpPr/>
            <p:nvPr/>
          </p:nvSpPr>
          <p:spPr>
            <a:xfrm>
              <a:off x="2729175" y="1591350"/>
              <a:ext cx="290575" cy="188775"/>
            </a:xfrm>
            <a:custGeom>
              <a:rect b="b" l="l" r="r" t="t"/>
              <a:pathLst>
                <a:path extrusionOk="0" h="7551" w="11623">
                  <a:moveTo>
                    <a:pt x="340" y="6990"/>
                  </a:moveTo>
                  <a:cubicBezTo>
                    <a:pt x="462" y="6990"/>
                    <a:pt x="561" y="7089"/>
                    <a:pt x="561" y="7210"/>
                  </a:cubicBezTo>
                  <a:cubicBezTo>
                    <a:pt x="561" y="7332"/>
                    <a:pt x="462" y="7431"/>
                    <a:pt x="340" y="7431"/>
                  </a:cubicBezTo>
                  <a:cubicBezTo>
                    <a:pt x="219" y="7431"/>
                    <a:pt x="120" y="7332"/>
                    <a:pt x="120" y="7210"/>
                  </a:cubicBezTo>
                  <a:cubicBezTo>
                    <a:pt x="120" y="7089"/>
                    <a:pt x="219" y="6990"/>
                    <a:pt x="340" y="6990"/>
                  </a:cubicBezTo>
                  <a:close/>
                  <a:moveTo>
                    <a:pt x="11540" y="0"/>
                  </a:moveTo>
                  <a:lnTo>
                    <a:pt x="4440" y="7153"/>
                  </a:lnTo>
                  <a:lnTo>
                    <a:pt x="672" y="7153"/>
                  </a:lnTo>
                  <a:cubicBezTo>
                    <a:pt x="644" y="6995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0"/>
                  </a:cubicBezTo>
                  <a:cubicBezTo>
                    <a:pt x="1" y="7398"/>
                    <a:pt x="153" y="7550"/>
                    <a:pt x="340" y="7550"/>
                  </a:cubicBezTo>
                  <a:cubicBezTo>
                    <a:pt x="506" y="7550"/>
                    <a:pt x="644" y="7429"/>
                    <a:pt x="672" y="7271"/>
                  </a:cubicBezTo>
                  <a:lnTo>
                    <a:pt x="4489" y="7271"/>
                  </a:lnTo>
                  <a:lnTo>
                    <a:pt x="11623" y="8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9"/>
            <p:cNvSpPr/>
            <p:nvPr/>
          </p:nvSpPr>
          <p:spPr>
            <a:xfrm>
              <a:off x="2509525" y="995475"/>
              <a:ext cx="2925" cy="79675"/>
            </a:xfrm>
            <a:custGeom>
              <a:rect b="b" l="l" r="r" t="t"/>
              <a:pathLst>
                <a:path extrusionOk="0" h="3187" w="117">
                  <a:moveTo>
                    <a:pt x="0" y="1"/>
                  </a:moveTo>
                  <a:lnTo>
                    <a:pt x="0" y="3187"/>
                  </a:lnTo>
                  <a:lnTo>
                    <a:pt x="116" y="318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9"/>
            <p:cNvSpPr/>
            <p:nvPr/>
          </p:nvSpPr>
          <p:spPr>
            <a:xfrm>
              <a:off x="29241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9"/>
            <p:cNvSpPr/>
            <p:nvPr/>
          </p:nvSpPr>
          <p:spPr>
            <a:xfrm>
              <a:off x="2922700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39"/>
            <p:cNvSpPr/>
            <p:nvPr/>
          </p:nvSpPr>
          <p:spPr>
            <a:xfrm>
              <a:off x="2540425" y="988450"/>
              <a:ext cx="61950" cy="148050"/>
            </a:xfrm>
            <a:custGeom>
              <a:rect b="b" l="l" r="r" t="t"/>
              <a:pathLst>
                <a:path extrusionOk="0" h="5922" w="2478">
                  <a:moveTo>
                    <a:pt x="332" y="0"/>
                  </a:moveTo>
                  <a:lnTo>
                    <a:pt x="1" y="337"/>
                  </a:lnTo>
                  <a:lnTo>
                    <a:pt x="1845" y="2167"/>
                  </a:lnTo>
                  <a:lnTo>
                    <a:pt x="1845" y="5212"/>
                  </a:lnTo>
                  <a:cubicBezTo>
                    <a:pt x="1748" y="5284"/>
                    <a:pt x="1685" y="5397"/>
                    <a:pt x="1685" y="5527"/>
                  </a:cubicBezTo>
                  <a:cubicBezTo>
                    <a:pt x="1685" y="5745"/>
                    <a:pt x="1861" y="5922"/>
                    <a:pt x="2080" y="5922"/>
                  </a:cubicBezTo>
                  <a:cubicBezTo>
                    <a:pt x="2300" y="5922"/>
                    <a:pt x="2477" y="5745"/>
                    <a:pt x="2477" y="5527"/>
                  </a:cubicBezTo>
                  <a:cubicBezTo>
                    <a:pt x="2477" y="5397"/>
                    <a:pt x="2414" y="5284"/>
                    <a:pt x="2317" y="5212"/>
                  </a:cubicBezTo>
                  <a:lnTo>
                    <a:pt x="2317" y="1971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39"/>
            <p:cNvSpPr/>
            <p:nvPr/>
          </p:nvSpPr>
          <p:spPr>
            <a:xfrm>
              <a:off x="2653900" y="991625"/>
              <a:ext cx="102975" cy="318925"/>
            </a:xfrm>
            <a:custGeom>
              <a:rect b="b" l="l" r="r" t="t"/>
              <a:pathLst>
                <a:path extrusionOk="0" h="12757" w="4119">
                  <a:moveTo>
                    <a:pt x="2004" y="0"/>
                  </a:moveTo>
                  <a:lnTo>
                    <a:pt x="1921" y="83"/>
                  </a:lnTo>
                  <a:lnTo>
                    <a:pt x="4003" y="2148"/>
                  </a:lnTo>
                  <a:lnTo>
                    <a:pt x="4003" y="8227"/>
                  </a:lnTo>
                  <a:lnTo>
                    <a:pt x="17" y="12229"/>
                  </a:lnTo>
                  <a:lnTo>
                    <a:pt x="0" y="12246"/>
                  </a:lnTo>
                  <a:lnTo>
                    <a:pt x="0" y="12757"/>
                  </a:lnTo>
                  <a:lnTo>
                    <a:pt x="119" y="12757"/>
                  </a:lnTo>
                  <a:lnTo>
                    <a:pt x="119" y="12296"/>
                  </a:lnTo>
                  <a:lnTo>
                    <a:pt x="4102" y="8293"/>
                  </a:lnTo>
                  <a:lnTo>
                    <a:pt x="4119" y="8276"/>
                  </a:lnTo>
                  <a:lnTo>
                    <a:pt x="4119" y="2098"/>
                  </a:lnTo>
                  <a:lnTo>
                    <a:pt x="20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9"/>
            <p:cNvSpPr/>
            <p:nvPr/>
          </p:nvSpPr>
          <p:spPr>
            <a:xfrm>
              <a:off x="2509575" y="1544750"/>
              <a:ext cx="229150" cy="477175"/>
            </a:xfrm>
            <a:custGeom>
              <a:rect b="b" l="l" r="r" t="t"/>
              <a:pathLst>
                <a:path extrusionOk="0" h="19087" w="9166">
                  <a:moveTo>
                    <a:pt x="341" y="18526"/>
                  </a:moveTo>
                  <a:cubicBezTo>
                    <a:pt x="462" y="18526"/>
                    <a:pt x="561" y="18626"/>
                    <a:pt x="561" y="18747"/>
                  </a:cubicBezTo>
                  <a:cubicBezTo>
                    <a:pt x="561" y="18869"/>
                    <a:pt x="462" y="18968"/>
                    <a:pt x="341" y="18968"/>
                  </a:cubicBezTo>
                  <a:cubicBezTo>
                    <a:pt x="219" y="18968"/>
                    <a:pt x="120" y="18869"/>
                    <a:pt x="120" y="18747"/>
                  </a:cubicBezTo>
                  <a:cubicBezTo>
                    <a:pt x="120" y="18626"/>
                    <a:pt x="219" y="18526"/>
                    <a:pt x="341" y="18526"/>
                  </a:cubicBezTo>
                  <a:close/>
                  <a:moveTo>
                    <a:pt x="9083" y="1"/>
                  </a:moveTo>
                  <a:lnTo>
                    <a:pt x="4172" y="4945"/>
                  </a:lnTo>
                  <a:lnTo>
                    <a:pt x="4172" y="14803"/>
                  </a:lnTo>
                  <a:lnTo>
                    <a:pt x="534" y="18468"/>
                  </a:lnTo>
                  <a:cubicBezTo>
                    <a:pt x="479" y="18433"/>
                    <a:pt x="412" y="18408"/>
                    <a:pt x="341" y="18408"/>
                  </a:cubicBezTo>
                  <a:cubicBezTo>
                    <a:pt x="153" y="18408"/>
                    <a:pt x="1" y="18560"/>
                    <a:pt x="1" y="18747"/>
                  </a:cubicBezTo>
                  <a:cubicBezTo>
                    <a:pt x="1" y="18935"/>
                    <a:pt x="153" y="19087"/>
                    <a:pt x="341" y="19087"/>
                  </a:cubicBezTo>
                  <a:cubicBezTo>
                    <a:pt x="528" y="19087"/>
                    <a:pt x="680" y="18935"/>
                    <a:pt x="680" y="18747"/>
                  </a:cubicBezTo>
                  <a:cubicBezTo>
                    <a:pt x="680" y="18675"/>
                    <a:pt x="655" y="18609"/>
                    <a:pt x="617" y="18551"/>
                  </a:cubicBezTo>
                  <a:lnTo>
                    <a:pt x="4291" y="14849"/>
                  </a:lnTo>
                  <a:lnTo>
                    <a:pt x="4291" y="4994"/>
                  </a:lnTo>
                  <a:lnTo>
                    <a:pt x="9166" y="84"/>
                  </a:lnTo>
                  <a:lnTo>
                    <a:pt x="90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9"/>
            <p:cNvSpPr/>
            <p:nvPr/>
          </p:nvSpPr>
          <p:spPr>
            <a:xfrm>
              <a:off x="2495850" y="1043600"/>
              <a:ext cx="244675" cy="458250"/>
            </a:xfrm>
            <a:custGeom>
              <a:rect b="b" l="l" r="r" t="t"/>
              <a:pathLst>
                <a:path extrusionOk="0" h="18330" w="9787">
                  <a:moveTo>
                    <a:pt x="9447" y="119"/>
                  </a:moveTo>
                  <a:cubicBezTo>
                    <a:pt x="9569" y="119"/>
                    <a:pt x="9668" y="218"/>
                    <a:pt x="9668" y="340"/>
                  </a:cubicBezTo>
                  <a:cubicBezTo>
                    <a:pt x="9668" y="461"/>
                    <a:pt x="9569" y="560"/>
                    <a:pt x="9447" y="560"/>
                  </a:cubicBezTo>
                  <a:cubicBezTo>
                    <a:pt x="9326" y="560"/>
                    <a:pt x="9229" y="461"/>
                    <a:pt x="9229" y="340"/>
                  </a:cubicBezTo>
                  <a:cubicBezTo>
                    <a:pt x="9229" y="218"/>
                    <a:pt x="9326" y="119"/>
                    <a:pt x="9447" y="119"/>
                  </a:cubicBezTo>
                  <a:close/>
                  <a:moveTo>
                    <a:pt x="337" y="17772"/>
                  </a:moveTo>
                  <a:cubicBezTo>
                    <a:pt x="459" y="17772"/>
                    <a:pt x="558" y="17871"/>
                    <a:pt x="558" y="17993"/>
                  </a:cubicBezTo>
                  <a:cubicBezTo>
                    <a:pt x="558" y="18114"/>
                    <a:pt x="459" y="18214"/>
                    <a:pt x="337" y="18214"/>
                  </a:cubicBezTo>
                  <a:cubicBezTo>
                    <a:pt x="216" y="18214"/>
                    <a:pt x="117" y="18114"/>
                    <a:pt x="117" y="17993"/>
                  </a:cubicBezTo>
                  <a:cubicBezTo>
                    <a:pt x="117" y="17871"/>
                    <a:pt x="216" y="17772"/>
                    <a:pt x="337" y="17772"/>
                  </a:cubicBezTo>
                  <a:close/>
                  <a:moveTo>
                    <a:pt x="9447" y="0"/>
                  </a:moveTo>
                  <a:cubicBezTo>
                    <a:pt x="9262" y="0"/>
                    <a:pt x="9110" y="152"/>
                    <a:pt x="9110" y="340"/>
                  </a:cubicBezTo>
                  <a:cubicBezTo>
                    <a:pt x="9110" y="505"/>
                    <a:pt x="9232" y="643"/>
                    <a:pt x="9389" y="671"/>
                  </a:cubicBezTo>
                  <a:lnTo>
                    <a:pt x="9389" y="5855"/>
                  </a:lnTo>
                  <a:lnTo>
                    <a:pt x="5386" y="9872"/>
                  </a:lnTo>
                  <a:lnTo>
                    <a:pt x="5386" y="10929"/>
                  </a:lnTo>
                  <a:lnTo>
                    <a:pt x="1444" y="14887"/>
                  </a:lnTo>
                  <a:lnTo>
                    <a:pt x="1428" y="14904"/>
                  </a:lnTo>
                  <a:lnTo>
                    <a:pt x="1428" y="16817"/>
                  </a:lnTo>
                  <a:lnTo>
                    <a:pt x="531" y="17717"/>
                  </a:lnTo>
                  <a:cubicBezTo>
                    <a:pt x="475" y="17678"/>
                    <a:pt x="409" y="17653"/>
                    <a:pt x="337" y="17653"/>
                  </a:cubicBezTo>
                  <a:cubicBezTo>
                    <a:pt x="152" y="17653"/>
                    <a:pt x="1" y="17805"/>
                    <a:pt x="1" y="17993"/>
                  </a:cubicBezTo>
                  <a:cubicBezTo>
                    <a:pt x="1" y="18181"/>
                    <a:pt x="152" y="18330"/>
                    <a:pt x="337" y="18330"/>
                  </a:cubicBezTo>
                  <a:cubicBezTo>
                    <a:pt x="525" y="18330"/>
                    <a:pt x="677" y="18178"/>
                    <a:pt x="677" y="17993"/>
                  </a:cubicBezTo>
                  <a:cubicBezTo>
                    <a:pt x="677" y="17921"/>
                    <a:pt x="655" y="17855"/>
                    <a:pt x="613" y="17800"/>
                  </a:cubicBezTo>
                  <a:lnTo>
                    <a:pt x="1544" y="16864"/>
                  </a:lnTo>
                  <a:lnTo>
                    <a:pt x="1544" y="14954"/>
                  </a:lnTo>
                  <a:lnTo>
                    <a:pt x="5489" y="10995"/>
                  </a:lnTo>
                  <a:lnTo>
                    <a:pt x="5505" y="10976"/>
                  </a:lnTo>
                  <a:lnTo>
                    <a:pt x="5505" y="9921"/>
                  </a:lnTo>
                  <a:lnTo>
                    <a:pt x="9508" y="5902"/>
                  </a:lnTo>
                  <a:lnTo>
                    <a:pt x="9508" y="671"/>
                  </a:lnTo>
                  <a:cubicBezTo>
                    <a:pt x="9665" y="643"/>
                    <a:pt x="9787" y="505"/>
                    <a:pt x="9787" y="340"/>
                  </a:cubicBezTo>
                  <a:cubicBezTo>
                    <a:pt x="9787" y="152"/>
                    <a:pt x="9635" y="0"/>
                    <a:pt x="9447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9"/>
            <p:cNvSpPr/>
            <p:nvPr/>
          </p:nvSpPr>
          <p:spPr>
            <a:xfrm>
              <a:off x="2877425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37" y="11644"/>
                  </a:moveTo>
                  <a:cubicBezTo>
                    <a:pt x="459" y="11644"/>
                    <a:pt x="558" y="11743"/>
                    <a:pt x="558" y="11865"/>
                  </a:cubicBezTo>
                  <a:cubicBezTo>
                    <a:pt x="558" y="11983"/>
                    <a:pt x="459" y="12083"/>
                    <a:pt x="337" y="12083"/>
                  </a:cubicBezTo>
                  <a:cubicBezTo>
                    <a:pt x="216" y="12083"/>
                    <a:pt x="116" y="11983"/>
                    <a:pt x="116" y="11865"/>
                  </a:cubicBezTo>
                  <a:cubicBezTo>
                    <a:pt x="116" y="11740"/>
                    <a:pt x="216" y="11644"/>
                    <a:pt x="337" y="11644"/>
                  </a:cubicBezTo>
                  <a:close/>
                  <a:moveTo>
                    <a:pt x="279" y="0"/>
                  </a:moveTo>
                  <a:lnTo>
                    <a:pt x="279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37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5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9"/>
            <p:cNvSpPr/>
            <p:nvPr/>
          </p:nvSpPr>
          <p:spPr>
            <a:xfrm>
              <a:off x="2641875" y="1322475"/>
              <a:ext cx="344050" cy="566200"/>
            </a:xfrm>
            <a:custGeom>
              <a:rect b="b" l="l" r="r" t="t"/>
              <a:pathLst>
                <a:path extrusionOk="0" h="22648" w="13762">
                  <a:moveTo>
                    <a:pt x="340" y="22087"/>
                  </a:moveTo>
                  <a:cubicBezTo>
                    <a:pt x="462" y="22087"/>
                    <a:pt x="561" y="22186"/>
                    <a:pt x="561" y="22308"/>
                  </a:cubicBezTo>
                  <a:cubicBezTo>
                    <a:pt x="561" y="22429"/>
                    <a:pt x="462" y="22529"/>
                    <a:pt x="340" y="22529"/>
                  </a:cubicBezTo>
                  <a:cubicBezTo>
                    <a:pt x="219" y="22529"/>
                    <a:pt x="120" y="22429"/>
                    <a:pt x="120" y="22308"/>
                  </a:cubicBezTo>
                  <a:cubicBezTo>
                    <a:pt x="120" y="22186"/>
                    <a:pt x="219" y="22087"/>
                    <a:pt x="340" y="22087"/>
                  </a:cubicBezTo>
                  <a:close/>
                  <a:moveTo>
                    <a:pt x="8327" y="0"/>
                  </a:moveTo>
                  <a:lnTo>
                    <a:pt x="5202" y="3144"/>
                  </a:lnTo>
                  <a:lnTo>
                    <a:pt x="5202" y="9477"/>
                  </a:lnTo>
                  <a:lnTo>
                    <a:pt x="280" y="14435"/>
                  </a:lnTo>
                  <a:lnTo>
                    <a:pt x="280" y="21976"/>
                  </a:lnTo>
                  <a:cubicBezTo>
                    <a:pt x="122" y="22004"/>
                    <a:pt x="1" y="22142"/>
                    <a:pt x="1" y="22308"/>
                  </a:cubicBezTo>
                  <a:cubicBezTo>
                    <a:pt x="1" y="22495"/>
                    <a:pt x="153" y="22647"/>
                    <a:pt x="340" y="22647"/>
                  </a:cubicBezTo>
                  <a:cubicBezTo>
                    <a:pt x="525" y="22647"/>
                    <a:pt x="677" y="22495"/>
                    <a:pt x="677" y="22308"/>
                  </a:cubicBezTo>
                  <a:cubicBezTo>
                    <a:pt x="677" y="22142"/>
                    <a:pt x="556" y="22004"/>
                    <a:pt x="398" y="21976"/>
                  </a:cubicBezTo>
                  <a:lnTo>
                    <a:pt x="398" y="14482"/>
                  </a:lnTo>
                  <a:lnTo>
                    <a:pt x="5320" y="9524"/>
                  </a:lnTo>
                  <a:lnTo>
                    <a:pt x="5320" y="3194"/>
                  </a:lnTo>
                  <a:lnTo>
                    <a:pt x="8373" y="116"/>
                  </a:lnTo>
                  <a:lnTo>
                    <a:pt x="13762" y="116"/>
                  </a:lnTo>
                  <a:lnTo>
                    <a:pt x="1376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9"/>
            <p:cNvSpPr/>
            <p:nvPr/>
          </p:nvSpPr>
          <p:spPr>
            <a:xfrm>
              <a:off x="2875975" y="1256975"/>
              <a:ext cx="19825" cy="19825"/>
            </a:xfrm>
            <a:custGeom>
              <a:rect b="b" l="l" r="r" t="t"/>
              <a:pathLst>
                <a:path extrusionOk="0" h="793" w="793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3" y="616"/>
                    <a:pt x="793" y="398"/>
                  </a:cubicBezTo>
                  <a:cubicBezTo>
                    <a:pt x="793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9"/>
            <p:cNvSpPr/>
            <p:nvPr/>
          </p:nvSpPr>
          <p:spPr>
            <a:xfrm>
              <a:off x="2900750" y="920275"/>
              <a:ext cx="16925" cy="305050"/>
            </a:xfrm>
            <a:custGeom>
              <a:rect b="b" l="l" r="r" t="t"/>
              <a:pathLst>
                <a:path extrusionOk="0" h="12202" w="677">
                  <a:moveTo>
                    <a:pt x="340" y="11644"/>
                  </a:moveTo>
                  <a:cubicBezTo>
                    <a:pt x="461" y="11644"/>
                    <a:pt x="561" y="11743"/>
                    <a:pt x="561" y="11865"/>
                  </a:cubicBezTo>
                  <a:cubicBezTo>
                    <a:pt x="561" y="11983"/>
                    <a:pt x="461" y="12083"/>
                    <a:pt x="340" y="12083"/>
                  </a:cubicBezTo>
                  <a:cubicBezTo>
                    <a:pt x="219" y="12083"/>
                    <a:pt x="119" y="11983"/>
                    <a:pt x="119" y="11865"/>
                  </a:cubicBezTo>
                  <a:cubicBezTo>
                    <a:pt x="119" y="11740"/>
                    <a:pt x="219" y="11644"/>
                    <a:pt x="340" y="11644"/>
                  </a:cubicBezTo>
                  <a:close/>
                  <a:moveTo>
                    <a:pt x="282" y="0"/>
                  </a:moveTo>
                  <a:lnTo>
                    <a:pt x="282" y="11531"/>
                  </a:lnTo>
                  <a:cubicBezTo>
                    <a:pt x="122" y="11558"/>
                    <a:pt x="0" y="11696"/>
                    <a:pt x="0" y="11862"/>
                  </a:cubicBezTo>
                  <a:cubicBezTo>
                    <a:pt x="0" y="12050"/>
                    <a:pt x="152" y="12201"/>
                    <a:pt x="340" y="12201"/>
                  </a:cubicBezTo>
                  <a:cubicBezTo>
                    <a:pt x="525" y="12201"/>
                    <a:pt x="677" y="12050"/>
                    <a:pt x="677" y="11865"/>
                  </a:cubicBezTo>
                  <a:cubicBezTo>
                    <a:pt x="677" y="11696"/>
                    <a:pt x="558" y="11558"/>
                    <a:pt x="398" y="11531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9"/>
            <p:cNvSpPr/>
            <p:nvPr/>
          </p:nvSpPr>
          <p:spPr>
            <a:xfrm>
              <a:off x="2502475" y="997425"/>
              <a:ext cx="191200" cy="444050"/>
            </a:xfrm>
            <a:custGeom>
              <a:rect b="b" l="l" r="r" t="t"/>
              <a:pathLst>
                <a:path extrusionOk="0" h="17762" w="7648">
                  <a:moveTo>
                    <a:pt x="340" y="17201"/>
                  </a:moveTo>
                  <a:cubicBezTo>
                    <a:pt x="462" y="17201"/>
                    <a:pt x="561" y="17300"/>
                    <a:pt x="561" y="17422"/>
                  </a:cubicBezTo>
                  <a:cubicBezTo>
                    <a:pt x="561" y="17543"/>
                    <a:pt x="462" y="17643"/>
                    <a:pt x="340" y="17643"/>
                  </a:cubicBezTo>
                  <a:cubicBezTo>
                    <a:pt x="219" y="17643"/>
                    <a:pt x="119" y="17543"/>
                    <a:pt x="119" y="17422"/>
                  </a:cubicBezTo>
                  <a:cubicBezTo>
                    <a:pt x="119" y="17300"/>
                    <a:pt x="219" y="17201"/>
                    <a:pt x="340" y="17201"/>
                  </a:cubicBezTo>
                  <a:close/>
                  <a:moveTo>
                    <a:pt x="7531" y="0"/>
                  </a:moveTo>
                  <a:lnTo>
                    <a:pt x="7531" y="6860"/>
                  </a:lnTo>
                  <a:lnTo>
                    <a:pt x="4257" y="10145"/>
                  </a:lnTo>
                  <a:lnTo>
                    <a:pt x="4241" y="10162"/>
                  </a:lnTo>
                  <a:lnTo>
                    <a:pt x="4241" y="11757"/>
                  </a:lnTo>
                  <a:lnTo>
                    <a:pt x="299" y="15716"/>
                  </a:lnTo>
                  <a:lnTo>
                    <a:pt x="282" y="15732"/>
                  </a:lnTo>
                  <a:lnTo>
                    <a:pt x="282" y="17090"/>
                  </a:lnTo>
                  <a:cubicBezTo>
                    <a:pt x="122" y="17118"/>
                    <a:pt x="1" y="17256"/>
                    <a:pt x="1" y="17422"/>
                  </a:cubicBezTo>
                  <a:cubicBezTo>
                    <a:pt x="1" y="17609"/>
                    <a:pt x="152" y="17761"/>
                    <a:pt x="340" y="17761"/>
                  </a:cubicBezTo>
                  <a:cubicBezTo>
                    <a:pt x="528" y="17761"/>
                    <a:pt x="680" y="17609"/>
                    <a:pt x="680" y="17422"/>
                  </a:cubicBezTo>
                  <a:cubicBezTo>
                    <a:pt x="680" y="17256"/>
                    <a:pt x="558" y="17118"/>
                    <a:pt x="398" y="17090"/>
                  </a:cubicBezTo>
                  <a:lnTo>
                    <a:pt x="398" y="15782"/>
                  </a:lnTo>
                  <a:lnTo>
                    <a:pt x="4343" y="11823"/>
                  </a:lnTo>
                  <a:lnTo>
                    <a:pt x="4359" y="11807"/>
                  </a:lnTo>
                  <a:lnTo>
                    <a:pt x="4359" y="10211"/>
                  </a:lnTo>
                  <a:lnTo>
                    <a:pt x="7631" y="6926"/>
                  </a:lnTo>
                  <a:lnTo>
                    <a:pt x="7647" y="6907"/>
                  </a:lnTo>
                  <a:lnTo>
                    <a:pt x="764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9"/>
            <p:cNvSpPr/>
            <p:nvPr/>
          </p:nvSpPr>
          <p:spPr>
            <a:xfrm>
              <a:off x="2502475" y="990025"/>
              <a:ext cx="167875" cy="378700"/>
            </a:xfrm>
            <a:custGeom>
              <a:rect b="b" l="l" r="r" t="t"/>
              <a:pathLst>
                <a:path extrusionOk="0" h="15148" w="6715">
                  <a:moveTo>
                    <a:pt x="340" y="14587"/>
                  </a:moveTo>
                  <a:cubicBezTo>
                    <a:pt x="462" y="14587"/>
                    <a:pt x="561" y="14687"/>
                    <a:pt x="561" y="14808"/>
                  </a:cubicBezTo>
                  <a:cubicBezTo>
                    <a:pt x="561" y="14930"/>
                    <a:pt x="462" y="15029"/>
                    <a:pt x="340" y="15029"/>
                  </a:cubicBezTo>
                  <a:cubicBezTo>
                    <a:pt x="219" y="15029"/>
                    <a:pt x="119" y="14930"/>
                    <a:pt x="119" y="14808"/>
                  </a:cubicBezTo>
                  <a:cubicBezTo>
                    <a:pt x="119" y="14687"/>
                    <a:pt x="219" y="14587"/>
                    <a:pt x="340" y="14587"/>
                  </a:cubicBezTo>
                  <a:close/>
                  <a:moveTo>
                    <a:pt x="6595" y="1"/>
                  </a:moveTo>
                  <a:lnTo>
                    <a:pt x="6595" y="6861"/>
                  </a:lnTo>
                  <a:lnTo>
                    <a:pt x="3324" y="10146"/>
                  </a:lnTo>
                  <a:lnTo>
                    <a:pt x="3308" y="10162"/>
                  </a:lnTo>
                  <a:lnTo>
                    <a:pt x="3308" y="11766"/>
                  </a:lnTo>
                  <a:cubicBezTo>
                    <a:pt x="3250" y="11819"/>
                    <a:pt x="3148" y="11918"/>
                    <a:pt x="2963" y="12106"/>
                  </a:cubicBezTo>
                  <a:lnTo>
                    <a:pt x="539" y="14538"/>
                  </a:lnTo>
                  <a:cubicBezTo>
                    <a:pt x="484" y="14496"/>
                    <a:pt x="415" y="14469"/>
                    <a:pt x="340" y="14469"/>
                  </a:cubicBezTo>
                  <a:cubicBezTo>
                    <a:pt x="152" y="14469"/>
                    <a:pt x="1" y="14620"/>
                    <a:pt x="1" y="14808"/>
                  </a:cubicBezTo>
                  <a:cubicBezTo>
                    <a:pt x="1" y="14996"/>
                    <a:pt x="152" y="15148"/>
                    <a:pt x="340" y="15148"/>
                  </a:cubicBezTo>
                  <a:cubicBezTo>
                    <a:pt x="528" y="15148"/>
                    <a:pt x="680" y="14996"/>
                    <a:pt x="680" y="14808"/>
                  </a:cubicBezTo>
                  <a:cubicBezTo>
                    <a:pt x="680" y="14739"/>
                    <a:pt x="658" y="14676"/>
                    <a:pt x="622" y="14620"/>
                  </a:cubicBezTo>
                  <a:cubicBezTo>
                    <a:pt x="3352" y="11879"/>
                    <a:pt x="3407" y="11827"/>
                    <a:pt x="3407" y="11824"/>
                  </a:cubicBezTo>
                  <a:lnTo>
                    <a:pt x="3424" y="11808"/>
                  </a:lnTo>
                  <a:lnTo>
                    <a:pt x="3424" y="10212"/>
                  </a:lnTo>
                  <a:lnTo>
                    <a:pt x="6695" y="6927"/>
                  </a:lnTo>
                  <a:lnTo>
                    <a:pt x="6714" y="6910"/>
                  </a:lnTo>
                  <a:lnTo>
                    <a:pt x="671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9"/>
            <p:cNvSpPr/>
            <p:nvPr/>
          </p:nvSpPr>
          <p:spPr>
            <a:xfrm>
              <a:off x="2858575" y="1410325"/>
              <a:ext cx="119900" cy="220575"/>
            </a:xfrm>
            <a:custGeom>
              <a:rect b="b" l="l" r="r" t="t"/>
              <a:pathLst>
                <a:path extrusionOk="0" h="8823" w="4796">
                  <a:moveTo>
                    <a:pt x="338" y="8262"/>
                  </a:moveTo>
                  <a:cubicBezTo>
                    <a:pt x="459" y="8262"/>
                    <a:pt x="558" y="8362"/>
                    <a:pt x="558" y="8483"/>
                  </a:cubicBezTo>
                  <a:cubicBezTo>
                    <a:pt x="558" y="8605"/>
                    <a:pt x="459" y="8704"/>
                    <a:pt x="338" y="8704"/>
                  </a:cubicBezTo>
                  <a:cubicBezTo>
                    <a:pt x="216" y="8704"/>
                    <a:pt x="117" y="8605"/>
                    <a:pt x="117" y="8483"/>
                  </a:cubicBezTo>
                  <a:cubicBezTo>
                    <a:pt x="117" y="8362"/>
                    <a:pt x="216" y="8262"/>
                    <a:pt x="338" y="8262"/>
                  </a:cubicBezTo>
                  <a:close/>
                  <a:moveTo>
                    <a:pt x="1781" y="0"/>
                  </a:moveTo>
                  <a:lnTo>
                    <a:pt x="282" y="1513"/>
                  </a:lnTo>
                  <a:lnTo>
                    <a:pt x="313" y="8149"/>
                  </a:lnTo>
                  <a:cubicBezTo>
                    <a:pt x="139" y="8160"/>
                    <a:pt x="1" y="8307"/>
                    <a:pt x="1" y="8483"/>
                  </a:cubicBezTo>
                  <a:cubicBezTo>
                    <a:pt x="1" y="8671"/>
                    <a:pt x="153" y="8823"/>
                    <a:pt x="338" y="8823"/>
                  </a:cubicBezTo>
                  <a:cubicBezTo>
                    <a:pt x="525" y="8823"/>
                    <a:pt x="677" y="8671"/>
                    <a:pt x="677" y="8483"/>
                  </a:cubicBezTo>
                  <a:cubicBezTo>
                    <a:pt x="677" y="8329"/>
                    <a:pt x="572" y="8202"/>
                    <a:pt x="431" y="8160"/>
                  </a:cubicBezTo>
                  <a:lnTo>
                    <a:pt x="401" y="1560"/>
                  </a:lnTo>
                  <a:lnTo>
                    <a:pt x="1831" y="116"/>
                  </a:lnTo>
                  <a:lnTo>
                    <a:pt x="4796" y="116"/>
                  </a:lnTo>
                  <a:lnTo>
                    <a:pt x="479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9"/>
            <p:cNvSpPr/>
            <p:nvPr/>
          </p:nvSpPr>
          <p:spPr>
            <a:xfrm>
              <a:off x="2881900" y="1433650"/>
              <a:ext cx="97750" cy="173725"/>
            </a:xfrm>
            <a:custGeom>
              <a:rect b="b" l="l" r="r" t="t"/>
              <a:pathLst>
                <a:path extrusionOk="0" h="6949" w="3910">
                  <a:moveTo>
                    <a:pt x="340" y="6388"/>
                  </a:moveTo>
                  <a:cubicBezTo>
                    <a:pt x="462" y="6388"/>
                    <a:pt x="561" y="6488"/>
                    <a:pt x="561" y="6609"/>
                  </a:cubicBezTo>
                  <a:cubicBezTo>
                    <a:pt x="561" y="6730"/>
                    <a:pt x="462" y="6830"/>
                    <a:pt x="340" y="6830"/>
                  </a:cubicBezTo>
                  <a:cubicBezTo>
                    <a:pt x="219" y="6830"/>
                    <a:pt x="120" y="6730"/>
                    <a:pt x="120" y="6609"/>
                  </a:cubicBezTo>
                  <a:cubicBezTo>
                    <a:pt x="120" y="6488"/>
                    <a:pt x="219" y="6388"/>
                    <a:pt x="340" y="6388"/>
                  </a:cubicBezTo>
                  <a:close/>
                  <a:moveTo>
                    <a:pt x="1146" y="0"/>
                  </a:moveTo>
                  <a:lnTo>
                    <a:pt x="280" y="873"/>
                  </a:lnTo>
                  <a:lnTo>
                    <a:pt x="280" y="6278"/>
                  </a:lnTo>
                  <a:cubicBezTo>
                    <a:pt x="122" y="6305"/>
                    <a:pt x="1" y="6443"/>
                    <a:pt x="1" y="6609"/>
                  </a:cubicBezTo>
                  <a:cubicBezTo>
                    <a:pt x="1" y="6797"/>
                    <a:pt x="153" y="6949"/>
                    <a:pt x="340" y="6949"/>
                  </a:cubicBezTo>
                  <a:cubicBezTo>
                    <a:pt x="525" y="6949"/>
                    <a:pt x="677" y="6797"/>
                    <a:pt x="677" y="6609"/>
                  </a:cubicBezTo>
                  <a:cubicBezTo>
                    <a:pt x="677" y="6443"/>
                    <a:pt x="556" y="6305"/>
                    <a:pt x="398" y="6278"/>
                  </a:cubicBezTo>
                  <a:lnTo>
                    <a:pt x="398" y="922"/>
                  </a:lnTo>
                  <a:lnTo>
                    <a:pt x="1193" y="119"/>
                  </a:lnTo>
                  <a:lnTo>
                    <a:pt x="3910" y="119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9"/>
            <p:cNvSpPr/>
            <p:nvPr/>
          </p:nvSpPr>
          <p:spPr>
            <a:xfrm>
              <a:off x="2729175" y="1554825"/>
              <a:ext cx="275250" cy="188775"/>
            </a:xfrm>
            <a:custGeom>
              <a:rect b="b" l="l" r="r" t="t"/>
              <a:pathLst>
                <a:path extrusionOk="0" h="7551" w="11010">
                  <a:moveTo>
                    <a:pt x="340" y="6993"/>
                  </a:moveTo>
                  <a:cubicBezTo>
                    <a:pt x="462" y="6993"/>
                    <a:pt x="561" y="7092"/>
                    <a:pt x="561" y="7214"/>
                  </a:cubicBezTo>
                  <a:cubicBezTo>
                    <a:pt x="561" y="7335"/>
                    <a:pt x="462" y="7435"/>
                    <a:pt x="340" y="7435"/>
                  </a:cubicBezTo>
                  <a:cubicBezTo>
                    <a:pt x="219" y="7435"/>
                    <a:pt x="120" y="7335"/>
                    <a:pt x="120" y="7214"/>
                  </a:cubicBezTo>
                  <a:cubicBezTo>
                    <a:pt x="120" y="7092"/>
                    <a:pt x="219" y="6993"/>
                    <a:pt x="340" y="6993"/>
                  </a:cubicBezTo>
                  <a:close/>
                  <a:moveTo>
                    <a:pt x="10924" y="1"/>
                  </a:moveTo>
                  <a:lnTo>
                    <a:pt x="3824" y="7153"/>
                  </a:lnTo>
                  <a:lnTo>
                    <a:pt x="672" y="7153"/>
                  </a:lnTo>
                  <a:cubicBezTo>
                    <a:pt x="644" y="6996"/>
                    <a:pt x="506" y="6874"/>
                    <a:pt x="340" y="6874"/>
                  </a:cubicBezTo>
                  <a:cubicBezTo>
                    <a:pt x="153" y="6874"/>
                    <a:pt x="1" y="7026"/>
                    <a:pt x="1" y="7214"/>
                  </a:cubicBezTo>
                  <a:cubicBezTo>
                    <a:pt x="1" y="7399"/>
                    <a:pt x="153" y="7551"/>
                    <a:pt x="340" y="7551"/>
                  </a:cubicBezTo>
                  <a:cubicBezTo>
                    <a:pt x="506" y="7551"/>
                    <a:pt x="644" y="7432"/>
                    <a:pt x="672" y="7272"/>
                  </a:cubicBezTo>
                  <a:lnTo>
                    <a:pt x="3874" y="7272"/>
                  </a:lnTo>
                  <a:lnTo>
                    <a:pt x="11010" y="84"/>
                  </a:lnTo>
                  <a:lnTo>
                    <a:pt x="1092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9"/>
            <p:cNvSpPr/>
            <p:nvPr/>
          </p:nvSpPr>
          <p:spPr>
            <a:xfrm>
              <a:off x="2502475" y="975275"/>
              <a:ext cx="121150" cy="332100"/>
            </a:xfrm>
            <a:custGeom>
              <a:rect b="b" l="l" r="r" t="t"/>
              <a:pathLst>
                <a:path extrusionOk="0" h="13284" w="4846">
                  <a:moveTo>
                    <a:pt x="340" y="12723"/>
                  </a:moveTo>
                  <a:cubicBezTo>
                    <a:pt x="462" y="12723"/>
                    <a:pt x="561" y="12823"/>
                    <a:pt x="561" y="12944"/>
                  </a:cubicBezTo>
                  <a:cubicBezTo>
                    <a:pt x="561" y="13066"/>
                    <a:pt x="462" y="13165"/>
                    <a:pt x="340" y="13165"/>
                  </a:cubicBezTo>
                  <a:cubicBezTo>
                    <a:pt x="219" y="13165"/>
                    <a:pt x="119" y="13066"/>
                    <a:pt x="119" y="12944"/>
                  </a:cubicBezTo>
                  <a:cubicBezTo>
                    <a:pt x="119" y="12823"/>
                    <a:pt x="219" y="12723"/>
                    <a:pt x="340" y="12723"/>
                  </a:cubicBezTo>
                  <a:close/>
                  <a:moveTo>
                    <a:pt x="4727" y="0"/>
                  </a:moveTo>
                  <a:lnTo>
                    <a:pt x="4727" y="6863"/>
                  </a:lnTo>
                  <a:lnTo>
                    <a:pt x="1455" y="10148"/>
                  </a:lnTo>
                  <a:lnTo>
                    <a:pt x="1439" y="10164"/>
                  </a:lnTo>
                  <a:lnTo>
                    <a:pt x="1439" y="11760"/>
                  </a:lnTo>
                  <a:lnTo>
                    <a:pt x="533" y="12668"/>
                  </a:lnTo>
                  <a:cubicBezTo>
                    <a:pt x="478" y="12629"/>
                    <a:pt x="412" y="12607"/>
                    <a:pt x="340" y="12607"/>
                  </a:cubicBezTo>
                  <a:cubicBezTo>
                    <a:pt x="152" y="12607"/>
                    <a:pt x="1" y="12759"/>
                    <a:pt x="1" y="12944"/>
                  </a:cubicBezTo>
                  <a:cubicBezTo>
                    <a:pt x="1" y="13132"/>
                    <a:pt x="152" y="13284"/>
                    <a:pt x="340" y="13284"/>
                  </a:cubicBezTo>
                  <a:cubicBezTo>
                    <a:pt x="528" y="13284"/>
                    <a:pt x="680" y="13132"/>
                    <a:pt x="680" y="12944"/>
                  </a:cubicBezTo>
                  <a:cubicBezTo>
                    <a:pt x="680" y="12872"/>
                    <a:pt x="655" y="12806"/>
                    <a:pt x="616" y="12751"/>
                  </a:cubicBezTo>
                  <a:lnTo>
                    <a:pt x="1555" y="11810"/>
                  </a:lnTo>
                  <a:lnTo>
                    <a:pt x="1555" y="10211"/>
                  </a:lnTo>
                  <a:lnTo>
                    <a:pt x="4826" y="6926"/>
                  </a:lnTo>
                  <a:lnTo>
                    <a:pt x="4845" y="691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9"/>
            <p:cNvSpPr/>
            <p:nvPr/>
          </p:nvSpPr>
          <p:spPr>
            <a:xfrm>
              <a:off x="2502475" y="982650"/>
              <a:ext cx="144475" cy="355225"/>
            </a:xfrm>
            <a:custGeom>
              <a:rect b="b" l="l" r="r" t="t"/>
              <a:pathLst>
                <a:path extrusionOk="0" h="14209" w="5779">
                  <a:moveTo>
                    <a:pt x="340" y="13648"/>
                  </a:moveTo>
                  <a:cubicBezTo>
                    <a:pt x="462" y="13648"/>
                    <a:pt x="561" y="13748"/>
                    <a:pt x="561" y="13869"/>
                  </a:cubicBezTo>
                  <a:cubicBezTo>
                    <a:pt x="561" y="13991"/>
                    <a:pt x="462" y="14090"/>
                    <a:pt x="340" y="14090"/>
                  </a:cubicBezTo>
                  <a:cubicBezTo>
                    <a:pt x="219" y="14090"/>
                    <a:pt x="119" y="13991"/>
                    <a:pt x="119" y="13869"/>
                  </a:cubicBezTo>
                  <a:cubicBezTo>
                    <a:pt x="119" y="13748"/>
                    <a:pt x="219" y="13648"/>
                    <a:pt x="340" y="13648"/>
                  </a:cubicBezTo>
                  <a:close/>
                  <a:moveTo>
                    <a:pt x="5660" y="1"/>
                  </a:moveTo>
                  <a:lnTo>
                    <a:pt x="5660" y="6860"/>
                  </a:lnTo>
                  <a:lnTo>
                    <a:pt x="2388" y="10145"/>
                  </a:lnTo>
                  <a:lnTo>
                    <a:pt x="2372" y="10165"/>
                  </a:lnTo>
                  <a:lnTo>
                    <a:pt x="2372" y="11760"/>
                  </a:lnTo>
                  <a:lnTo>
                    <a:pt x="539" y="13599"/>
                  </a:lnTo>
                  <a:cubicBezTo>
                    <a:pt x="484" y="13557"/>
                    <a:pt x="415" y="13532"/>
                    <a:pt x="340" y="13532"/>
                  </a:cubicBezTo>
                  <a:cubicBezTo>
                    <a:pt x="152" y="13532"/>
                    <a:pt x="1" y="13684"/>
                    <a:pt x="1" y="13869"/>
                  </a:cubicBezTo>
                  <a:cubicBezTo>
                    <a:pt x="1" y="14057"/>
                    <a:pt x="152" y="14209"/>
                    <a:pt x="340" y="14209"/>
                  </a:cubicBezTo>
                  <a:cubicBezTo>
                    <a:pt x="528" y="14209"/>
                    <a:pt x="680" y="14057"/>
                    <a:pt x="680" y="13869"/>
                  </a:cubicBezTo>
                  <a:cubicBezTo>
                    <a:pt x="680" y="13800"/>
                    <a:pt x="658" y="13737"/>
                    <a:pt x="622" y="13684"/>
                  </a:cubicBezTo>
                  <a:lnTo>
                    <a:pt x="2491" y="11807"/>
                  </a:lnTo>
                  <a:lnTo>
                    <a:pt x="2491" y="10212"/>
                  </a:lnTo>
                  <a:lnTo>
                    <a:pt x="5762" y="6927"/>
                  </a:lnTo>
                  <a:lnTo>
                    <a:pt x="5778" y="6910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9"/>
            <p:cNvSpPr/>
            <p:nvPr/>
          </p:nvSpPr>
          <p:spPr>
            <a:xfrm>
              <a:off x="2502475" y="1067125"/>
              <a:ext cx="57925" cy="157100"/>
            </a:xfrm>
            <a:custGeom>
              <a:rect b="b" l="l" r="r" t="t"/>
              <a:pathLst>
                <a:path extrusionOk="0" h="6284" w="2317">
                  <a:moveTo>
                    <a:pt x="340" y="5726"/>
                  </a:moveTo>
                  <a:cubicBezTo>
                    <a:pt x="462" y="5726"/>
                    <a:pt x="561" y="5825"/>
                    <a:pt x="561" y="5946"/>
                  </a:cubicBezTo>
                  <a:cubicBezTo>
                    <a:pt x="561" y="6068"/>
                    <a:pt x="462" y="6167"/>
                    <a:pt x="340" y="6167"/>
                  </a:cubicBezTo>
                  <a:cubicBezTo>
                    <a:pt x="219" y="6167"/>
                    <a:pt x="119" y="6068"/>
                    <a:pt x="119" y="5946"/>
                  </a:cubicBezTo>
                  <a:cubicBezTo>
                    <a:pt x="119" y="5825"/>
                    <a:pt x="219" y="5726"/>
                    <a:pt x="340" y="5726"/>
                  </a:cubicBezTo>
                  <a:close/>
                  <a:moveTo>
                    <a:pt x="2231" y="0"/>
                  </a:moveTo>
                  <a:lnTo>
                    <a:pt x="282" y="1960"/>
                  </a:lnTo>
                  <a:lnTo>
                    <a:pt x="282" y="5612"/>
                  </a:lnTo>
                  <a:cubicBezTo>
                    <a:pt x="122" y="5640"/>
                    <a:pt x="1" y="5778"/>
                    <a:pt x="1" y="5946"/>
                  </a:cubicBezTo>
                  <a:cubicBezTo>
                    <a:pt x="1" y="6131"/>
                    <a:pt x="152" y="6283"/>
                    <a:pt x="340" y="6283"/>
                  </a:cubicBezTo>
                  <a:cubicBezTo>
                    <a:pt x="528" y="6283"/>
                    <a:pt x="680" y="6131"/>
                    <a:pt x="680" y="5946"/>
                  </a:cubicBezTo>
                  <a:cubicBezTo>
                    <a:pt x="680" y="5778"/>
                    <a:pt x="558" y="5640"/>
                    <a:pt x="398" y="5612"/>
                  </a:cubicBezTo>
                  <a:lnTo>
                    <a:pt x="398" y="2010"/>
                  </a:lnTo>
                  <a:lnTo>
                    <a:pt x="2317" y="86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9"/>
            <p:cNvSpPr/>
            <p:nvPr/>
          </p:nvSpPr>
          <p:spPr>
            <a:xfrm>
              <a:off x="2899375" y="125697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9"/>
            <p:cNvSpPr/>
            <p:nvPr/>
          </p:nvSpPr>
          <p:spPr>
            <a:xfrm>
              <a:off x="1476750" y="1456500"/>
              <a:ext cx="651075" cy="725125"/>
            </a:xfrm>
            <a:custGeom>
              <a:rect b="b" l="l" r="r" t="t"/>
              <a:pathLst>
                <a:path extrusionOk="0" h="29005" w="26043">
                  <a:moveTo>
                    <a:pt x="25706" y="28444"/>
                  </a:moveTo>
                  <a:cubicBezTo>
                    <a:pt x="25828" y="28444"/>
                    <a:pt x="25927" y="28544"/>
                    <a:pt x="25927" y="28665"/>
                  </a:cubicBezTo>
                  <a:cubicBezTo>
                    <a:pt x="25927" y="28787"/>
                    <a:pt x="25828" y="28886"/>
                    <a:pt x="25706" y="28886"/>
                  </a:cubicBezTo>
                  <a:cubicBezTo>
                    <a:pt x="25582" y="28886"/>
                    <a:pt x="25485" y="28787"/>
                    <a:pt x="25485" y="28665"/>
                  </a:cubicBezTo>
                  <a:cubicBezTo>
                    <a:pt x="25485" y="28544"/>
                    <a:pt x="25585" y="28444"/>
                    <a:pt x="25706" y="28444"/>
                  </a:cubicBezTo>
                  <a:close/>
                  <a:moveTo>
                    <a:pt x="0" y="0"/>
                  </a:moveTo>
                  <a:lnTo>
                    <a:pt x="0" y="119"/>
                  </a:lnTo>
                  <a:lnTo>
                    <a:pt x="3067" y="119"/>
                  </a:lnTo>
                  <a:lnTo>
                    <a:pt x="4403" y="1452"/>
                  </a:lnTo>
                  <a:lnTo>
                    <a:pt x="4403" y="10680"/>
                  </a:lnTo>
                  <a:lnTo>
                    <a:pt x="15614" y="21871"/>
                  </a:lnTo>
                  <a:lnTo>
                    <a:pt x="15630" y="21888"/>
                  </a:lnTo>
                  <a:lnTo>
                    <a:pt x="18832" y="21888"/>
                  </a:lnTo>
                  <a:lnTo>
                    <a:pt x="25427" y="28472"/>
                  </a:lnTo>
                  <a:cubicBezTo>
                    <a:pt x="25391" y="28527"/>
                    <a:pt x="25367" y="28593"/>
                    <a:pt x="25367" y="28665"/>
                  </a:cubicBezTo>
                  <a:cubicBezTo>
                    <a:pt x="25367" y="28853"/>
                    <a:pt x="25518" y="29005"/>
                    <a:pt x="25706" y="29005"/>
                  </a:cubicBezTo>
                  <a:cubicBezTo>
                    <a:pt x="25891" y="29005"/>
                    <a:pt x="26043" y="28853"/>
                    <a:pt x="26043" y="28665"/>
                  </a:cubicBezTo>
                  <a:cubicBezTo>
                    <a:pt x="26043" y="28480"/>
                    <a:pt x="25891" y="28328"/>
                    <a:pt x="25706" y="28328"/>
                  </a:cubicBezTo>
                  <a:cubicBezTo>
                    <a:pt x="25632" y="28328"/>
                    <a:pt x="25565" y="28350"/>
                    <a:pt x="25510" y="28389"/>
                  </a:cubicBezTo>
                  <a:lnTo>
                    <a:pt x="18899" y="21789"/>
                  </a:lnTo>
                  <a:lnTo>
                    <a:pt x="18882" y="21769"/>
                  </a:lnTo>
                  <a:lnTo>
                    <a:pt x="15680" y="21769"/>
                  </a:lnTo>
                  <a:lnTo>
                    <a:pt x="4522" y="10631"/>
                  </a:lnTo>
                  <a:lnTo>
                    <a:pt x="4522" y="1402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9"/>
            <p:cNvSpPr/>
            <p:nvPr/>
          </p:nvSpPr>
          <p:spPr>
            <a:xfrm>
              <a:off x="1470875" y="1142000"/>
              <a:ext cx="756050" cy="1015325"/>
            </a:xfrm>
            <a:custGeom>
              <a:rect b="b" l="l" r="r" t="t"/>
              <a:pathLst>
                <a:path extrusionOk="0" h="40613" w="30242">
                  <a:moveTo>
                    <a:pt x="29905" y="39531"/>
                  </a:moveTo>
                  <a:cubicBezTo>
                    <a:pt x="30027" y="39531"/>
                    <a:pt x="30126" y="39630"/>
                    <a:pt x="30126" y="39752"/>
                  </a:cubicBezTo>
                  <a:cubicBezTo>
                    <a:pt x="30126" y="39873"/>
                    <a:pt x="30027" y="39972"/>
                    <a:pt x="29905" y="39972"/>
                  </a:cubicBezTo>
                  <a:cubicBezTo>
                    <a:pt x="29784" y="39972"/>
                    <a:pt x="29684" y="39873"/>
                    <a:pt x="29684" y="39752"/>
                  </a:cubicBezTo>
                  <a:cubicBezTo>
                    <a:pt x="29684" y="39630"/>
                    <a:pt x="29784" y="39531"/>
                    <a:pt x="29905" y="3953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6507" y="6579"/>
                  </a:lnTo>
                  <a:lnTo>
                    <a:pt x="6507" y="22670"/>
                  </a:lnTo>
                  <a:lnTo>
                    <a:pt x="16442" y="32588"/>
                  </a:lnTo>
                  <a:lnTo>
                    <a:pt x="16459" y="32605"/>
                  </a:lnTo>
                  <a:lnTo>
                    <a:pt x="19661" y="32605"/>
                  </a:lnTo>
                  <a:lnTo>
                    <a:pt x="25944" y="38877"/>
                  </a:lnTo>
                  <a:lnTo>
                    <a:pt x="27666" y="40596"/>
                  </a:lnTo>
                  <a:lnTo>
                    <a:pt x="27683" y="40613"/>
                  </a:lnTo>
                  <a:lnTo>
                    <a:pt x="29130" y="40613"/>
                  </a:lnTo>
                  <a:lnTo>
                    <a:pt x="29712" y="40028"/>
                  </a:lnTo>
                  <a:cubicBezTo>
                    <a:pt x="29767" y="40066"/>
                    <a:pt x="29833" y="40091"/>
                    <a:pt x="29905" y="40091"/>
                  </a:cubicBezTo>
                  <a:cubicBezTo>
                    <a:pt x="30090" y="40091"/>
                    <a:pt x="30242" y="39939"/>
                    <a:pt x="30242" y="39752"/>
                  </a:cubicBezTo>
                  <a:cubicBezTo>
                    <a:pt x="30242" y="39567"/>
                    <a:pt x="30090" y="39415"/>
                    <a:pt x="29905" y="39415"/>
                  </a:cubicBezTo>
                  <a:cubicBezTo>
                    <a:pt x="29717" y="39415"/>
                    <a:pt x="29566" y="39567"/>
                    <a:pt x="29566" y="39752"/>
                  </a:cubicBezTo>
                  <a:cubicBezTo>
                    <a:pt x="29566" y="39823"/>
                    <a:pt x="29588" y="39892"/>
                    <a:pt x="29629" y="39948"/>
                  </a:cubicBezTo>
                  <a:lnTo>
                    <a:pt x="29083" y="40494"/>
                  </a:lnTo>
                  <a:lnTo>
                    <a:pt x="27730" y="40494"/>
                  </a:lnTo>
                  <a:lnTo>
                    <a:pt x="19727" y="32505"/>
                  </a:lnTo>
                  <a:lnTo>
                    <a:pt x="19711" y="32489"/>
                  </a:lnTo>
                  <a:lnTo>
                    <a:pt x="16509" y="32489"/>
                  </a:lnTo>
                  <a:lnTo>
                    <a:pt x="6626" y="22623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9"/>
            <p:cNvSpPr/>
            <p:nvPr/>
          </p:nvSpPr>
          <p:spPr>
            <a:xfrm>
              <a:off x="1447475" y="1149325"/>
              <a:ext cx="695750" cy="1016900"/>
            </a:xfrm>
            <a:custGeom>
              <a:rect b="b" l="l" r="r" t="t"/>
              <a:pathLst>
                <a:path extrusionOk="0" h="40676" w="27830">
                  <a:moveTo>
                    <a:pt x="27490" y="40116"/>
                  </a:moveTo>
                  <a:cubicBezTo>
                    <a:pt x="27611" y="40116"/>
                    <a:pt x="27711" y="40215"/>
                    <a:pt x="27711" y="40336"/>
                  </a:cubicBezTo>
                  <a:cubicBezTo>
                    <a:pt x="27711" y="40458"/>
                    <a:pt x="27611" y="40557"/>
                    <a:pt x="27490" y="40557"/>
                  </a:cubicBezTo>
                  <a:cubicBezTo>
                    <a:pt x="27368" y="40557"/>
                    <a:pt x="27269" y="40458"/>
                    <a:pt x="27269" y="40336"/>
                  </a:cubicBezTo>
                  <a:cubicBezTo>
                    <a:pt x="27269" y="40215"/>
                    <a:pt x="27368" y="40116"/>
                    <a:pt x="27490" y="40116"/>
                  </a:cubicBezTo>
                  <a:close/>
                  <a:moveTo>
                    <a:pt x="84" y="0"/>
                  </a:moveTo>
                  <a:lnTo>
                    <a:pt x="1" y="86"/>
                  </a:lnTo>
                  <a:lnTo>
                    <a:pt x="6510" y="6581"/>
                  </a:lnTo>
                  <a:lnTo>
                    <a:pt x="6510" y="22672"/>
                  </a:lnTo>
                  <a:lnTo>
                    <a:pt x="17080" y="33225"/>
                  </a:lnTo>
                  <a:lnTo>
                    <a:pt x="17099" y="33242"/>
                  </a:lnTo>
                  <a:lnTo>
                    <a:pt x="20302" y="33242"/>
                  </a:lnTo>
                  <a:lnTo>
                    <a:pt x="27214" y="40143"/>
                  </a:lnTo>
                  <a:cubicBezTo>
                    <a:pt x="27175" y="40198"/>
                    <a:pt x="27150" y="40265"/>
                    <a:pt x="27150" y="40336"/>
                  </a:cubicBezTo>
                  <a:cubicBezTo>
                    <a:pt x="27150" y="40524"/>
                    <a:pt x="27305" y="40676"/>
                    <a:pt x="27490" y="40676"/>
                  </a:cubicBezTo>
                  <a:cubicBezTo>
                    <a:pt x="27678" y="40676"/>
                    <a:pt x="27830" y="40524"/>
                    <a:pt x="27830" y="40336"/>
                  </a:cubicBezTo>
                  <a:cubicBezTo>
                    <a:pt x="27830" y="40152"/>
                    <a:pt x="27678" y="40000"/>
                    <a:pt x="27490" y="40000"/>
                  </a:cubicBezTo>
                  <a:cubicBezTo>
                    <a:pt x="27418" y="40000"/>
                    <a:pt x="27352" y="40022"/>
                    <a:pt x="27297" y="40060"/>
                  </a:cubicBezTo>
                  <a:lnTo>
                    <a:pt x="20368" y="33143"/>
                  </a:lnTo>
                  <a:lnTo>
                    <a:pt x="20349" y="33126"/>
                  </a:lnTo>
                  <a:lnTo>
                    <a:pt x="17146" y="33126"/>
                  </a:lnTo>
                  <a:lnTo>
                    <a:pt x="6626" y="22625"/>
                  </a:lnTo>
                  <a:lnTo>
                    <a:pt x="6626" y="653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9"/>
            <p:cNvSpPr/>
            <p:nvPr/>
          </p:nvSpPr>
          <p:spPr>
            <a:xfrm>
              <a:off x="2232575" y="23258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0"/>
                    <a:pt x="340" y="560"/>
                  </a:cubicBezTo>
                  <a:cubicBezTo>
                    <a:pt x="218" y="560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6"/>
                    <a:pt x="340" y="676"/>
                  </a:cubicBezTo>
                  <a:cubicBezTo>
                    <a:pt x="525" y="676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9"/>
            <p:cNvSpPr/>
            <p:nvPr/>
          </p:nvSpPr>
          <p:spPr>
            <a:xfrm>
              <a:off x="2232575" y="22953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61" y="219"/>
                    <a:pt x="561" y="340"/>
                  </a:cubicBezTo>
                  <a:cubicBezTo>
                    <a:pt x="561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9"/>
            <p:cNvSpPr/>
            <p:nvPr/>
          </p:nvSpPr>
          <p:spPr>
            <a:xfrm>
              <a:off x="1483025" y="1723150"/>
              <a:ext cx="275175" cy="230725"/>
            </a:xfrm>
            <a:custGeom>
              <a:rect b="b" l="l" r="r" t="t"/>
              <a:pathLst>
                <a:path extrusionOk="0" h="9229" w="11007">
                  <a:moveTo>
                    <a:pt x="83" y="1"/>
                  </a:moveTo>
                  <a:lnTo>
                    <a:pt x="1" y="83"/>
                  </a:lnTo>
                  <a:lnTo>
                    <a:pt x="2223" y="2303"/>
                  </a:lnTo>
                  <a:lnTo>
                    <a:pt x="2239" y="2319"/>
                  </a:lnTo>
                  <a:lnTo>
                    <a:pt x="4003" y="2319"/>
                  </a:lnTo>
                  <a:lnTo>
                    <a:pt x="10924" y="9229"/>
                  </a:lnTo>
                  <a:lnTo>
                    <a:pt x="11007" y="9146"/>
                  </a:lnTo>
                  <a:lnTo>
                    <a:pt x="4070" y="2220"/>
                  </a:lnTo>
                  <a:lnTo>
                    <a:pt x="4050" y="2201"/>
                  </a:lnTo>
                  <a:lnTo>
                    <a:pt x="2289" y="220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9"/>
            <p:cNvSpPr/>
            <p:nvPr/>
          </p:nvSpPr>
          <p:spPr>
            <a:xfrm>
              <a:off x="2147125" y="961250"/>
              <a:ext cx="142825" cy="1564550"/>
            </a:xfrm>
            <a:custGeom>
              <a:rect b="b" l="l" r="r" t="t"/>
              <a:pathLst>
                <a:path extrusionOk="0" h="62582" w="5713">
                  <a:moveTo>
                    <a:pt x="1618" y="1"/>
                  </a:moveTo>
                  <a:lnTo>
                    <a:pt x="1618" y="12892"/>
                  </a:lnTo>
                  <a:lnTo>
                    <a:pt x="1" y="14521"/>
                  </a:lnTo>
                  <a:lnTo>
                    <a:pt x="1" y="20105"/>
                  </a:lnTo>
                  <a:lnTo>
                    <a:pt x="2974" y="23056"/>
                  </a:lnTo>
                  <a:lnTo>
                    <a:pt x="2974" y="28299"/>
                  </a:lnTo>
                  <a:lnTo>
                    <a:pt x="5083" y="30388"/>
                  </a:lnTo>
                  <a:lnTo>
                    <a:pt x="5083" y="61869"/>
                  </a:lnTo>
                  <a:cubicBezTo>
                    <a:pt x="4986" y="61941"/>
                    <a:pt x="4923" y="62054"/>
                    <a:pt x="4923" y="62184"/>
                  </a:cubicBezTo>
                  <a:cubicBezTo>
                    <a:pt x="4923" y="62402"/>
                    <a:pt x="5099" y="62581"/>
                    <a:pt x="5318" y="62581"/>
                  </a:cubicBezTo>
                  <a:cubicBezTo>
                    <a:pt x="5536" y="62581"/>
                    <a:pt x="5712" y="62402"/>
                    <a:pt x="5712" y="62184"/>
                  </a:cubicBezTo>
                  <a:cubicBezTo>
                    <a:pt x="5712" y="62054"/>
                    <a:pt x="5649" y="61941"/>
                    <a:pt x="5552" y="61869"/>
                  </a:cubicBezTo>
                  <a:lnTo>
                    <a:pt x="5552" y="30192"/>
                  </a:lnTo>
                  <a:lnTo>
                    <a:pt x="3446" y="28100"/>
                  </a:lnTo>
                  <a:lnTo>
                    <a:pt x="3446" y="22860"/>
                  </a:lnTo>
                  <a:lnTo>
                    <a:pt x="473" y="19909"/>
                  </a:lnTo>
                  <a:lnTo>
                    <a:pt x="473" y="14714"/>
                  </a:lnTo>
                  <a:lnTo>
                    <a:pt x="2088" y="13086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9"/>
            <p:cNvSpPr/>
            <p:nvPr/>
          </p:nvSpPr>
          <p:spPr>
            <a:xfrm>
              <a:off x="2231200" y="2262975"/>
              <a:ext cx="19750" cy="19750"/>
            </a:xfrm>
            <a:custGeom>
              <a:rect b="b" l="l" r="r" t="t"/>
              <a:pathLst>
                <a:path extrusionOk="0" h="790" w="790">
                  <a:moveTo>
                    <a:pt x="395" y="0"/>
                  </a:moveTo>
                  <a:cubicBezTo>
                    <a:pt x="177" y="0"/>
                    <a:pt x="0" y="177"/>
                    <a:pt x="0" y="395"/>
                  </a:cubicBezTo>
                  <a:cubicBezTo>
                    <a:pt x="0" y="613"/>
                    <a:pt x="177" y="790"/>
                    <a:pt x="395" y="790"/>
                  </a:cubicBezTo>
                  <a:cubicBezTo>
                    <a:pt x="613" y="790"/>
                    <a:pt x="790" y="613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9"/>
            <p:cNvSpPr/>
            <p:nvPr/>
          </p:nvSpPr>
          <p:spPr>
            <a:xfrm>
              <a:off x="1477850" y="1868700"/>
              <a:ext cx="368000" cy="307950"/>
            </a:xfrm>
            <a:custGeom>
              <a:rect b="b" l="l" r="r" t="t"/>
              <a:pathLst>
                <a:path extrusionOk="0" h="12318" w="14720">
                  <a:moveTo>
                    <a:pt x="14383" y="11760"/>
                  </a:moveTo>
                  <a:cubicBezTo>
                    <a:pt x="14504" y="11760"/>
                    <a:pt x="14601" y="11857"/>
                    <a:pt x="14601" y="11981"/>
                  </a:cubicBezTo>
                  <a:cubicBezTo>
                    <a:pt x="14601" y="12103"/>
                    <a:pt x="14504" y="12199"/>
                    <a:pt x="14383" y="12199"/>
                  </a:cubicBezTo>
                  <a:cubicBezTo>
                    <a:pt x="14259" y="12199"/>
                    <a:pt x="14162" y="12103"/>
                    <a:pt x="14162" y="11981"/>
                  </a:cubicBezTo>
                  <a:cubicBezTo>
                    <a:pt x="14162" y="11860"/>
                    <a:pt x="14261" y="11760"/>
                    <a:pt x="14383" y="11760"/>
                  </a:cubicBezTo>
                  <a:close/>
                  <a:moveTo>
                    <a:pt x="83" y="1"/>
                  </a:moveTo>
                  <a:lnTo>
                    <a:pt x="1" y="83"/>
                  </a:lnTo>
                  <a:lnTo>
                    <a:pt x="5607" y="5682"/>
                  </a:lnTo>
                  <a:lnTo>
                    <a:pt x="5607" y="6725"/>
                  </a:lnTo>
                  <a:lnTo>
                    <a:pt x="6397" y="7512"/>
                  </a:lnTo>
                  <a:lnTo>
                    <a:pt x="9820" y="7512"/>
                  </a:lnTo>
                  <a:lnTo>
                    <a:pt x="14104" y="11788"/>
                  </a:lnTo>
                  <a:cubicBezTo>
                    <a:pt x="14065" y="11840"/>
                    <a:pt x="14043" y="11909"/>
                    <a:pt x="14043" y="11981"/>
                  </a:cubicBezTo>
                  <a:cubicBezTo>
                    <a:pt x="14043" y="12166"/>
                    <a:pt x="14195" y="12318"/>
                    <a:pt x="14383" y="12318"/>
                  </a:cubicBezTo>
                  <a:cubicBezTo>
                    <a:pt x="14568" y="12318"/>
                    <a:pt x="14720" y="12166"/>
                    <a:pt x="14720" y="11981"/>
                  </a:cubicBezTo>
                  <a:cubicBezTo>
                    <a:pt x="14720" y="11793"/>
                    <a:pt x="14568" y="11642"/>
                    <a:pt x="14383" y="11642"/>
                  </a:cubicBezTo>
                  <a:cubicBezTo>
                    <a:pt x="14308" y="11642"/>
                    <a:pt x="14242" y="11664"/>
                    <a:pt x="14187" y="11702"/>
                  </a:cubicBezTo>
                  <a:lnTo>
                    <a:pt x="9886" y="7410"/>
                  </a:lnTo>
                  <a:lnTo>
                    <a:pt x="9869" y="7393"/>
                  </a:lnTo>
                  <a:lnTo>
                    <a:pt x="6444" y="7393"/>
                  </a:lnTo>
                  <a:lnTo>
                    <a:pt x="5726" y="6675"/>
                  </a:lnTo>
                  <a:lnTo>
                    <a:pt x="5726" y="56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9"/>
            <p:cNvSpPr/>
            <p:nvPr/>
          </p:nvSpPr>
          <p:spPr>
            <a:xfrm>
              <a:off x="1729550" y="2124325"/>
              <a:ext cx="19750" cy="19825"/>
            </a:xfrm>
            <a:custGeom>
              <a:rect b="b" l="l" r="r" t="t"/>
              <a:pathLst>
                <a:path extrusionOk="0" h="793" w="790">
                  <a:moveTo>
                    <a:pt x="395" y="0"/>
                  </a:moveTo>
                  <a:cubicBezTo>
                    <a:pt x="177" y="0"/>
                    <a:pt x="0" y="180"/>
                    <a:pt x="0" y="398"/>
                  </a:cubicBezTo>
                  <a:cubicBezTo>
                    <a:pt x="0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80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9"/>
            <p:cNvSpPr/>
            <p:nvPr/>
          </p:nvSpPr>
          <p:spPr>
            <a:xfrm>
              <a:off x="1754325" y="2149225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20"/>
                  </a:moveTo>
                  <a:cubicBezTo>
                    <a:pt x="461" y="120"/>
                    <a:pt x="558" y="216"/>
                    <a:pt x="558" y="340"/>
                  </a:cubicBezTo>
                  <a:cubicBezTo>
                    <a:pt x="560" y="462"/>
                    <a:pt x="461" y="559"/>
                    <a:pt x="340" y="559"/>
                  </a:cubicBezTo>
                  <a:cubicBezTo>
                    <a:pt x="218" y="559"/>
                    <a:pt x="119" y="462"/>
                    <a:pt x="119" y="340"/>
                  </a:cubicBezTo>
                  <a:cubicBezTo>
                    <a:pt x="119" y="219"/>
                    <a:pt x="218" y="120"/>
                    <a:pt x="340" y="120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6" y="525"/>
                    <a:pt x="676" y="338"/>
                  </a:cubicBezTo>
                  <a:cubicBezTo>
                    <a:pt x="676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9"/>
            <p:cNvSpPr/>
            <p:nvPr/>
          </p:nvSpPr>
          <p:spPr>
            <a:xfrm>
              <a:off x="1467700" y="1889200"/>
              <a:ext cx="136950" cy="182975"/>
            </a:xfrm>
            <a:custGeom>
              <a:rect b="b" l="l" r="r" t="t"/>
              <a:pathLst>
                <a:path extrusionOk="0" h="7319" w="5478">
                  <a:moveTo>
                    <a:pt x="5138" y="6761"/>
                  </a:moveTo>
                  <a:cubicBezTo>
                    <a:pt x="5260" y="6761"/>
                    <a:pt x="5359" y="6860"/>
                    <a:pt x="5359" y="6982"/>
                  </a:cubicBezTo>
                  <a:cubicBezTo>
                    <a:pt x="5359" y="7103"/>
                    <a:pt x="5260" y="7203"/>
                    <a:pt x="5138" y="7203"/>
                  </a:cubicBezTo>
                  <a:cubicBezTo>
                    <a:pt x="5017" y="7203"/>
                    <a:pt x="4917" y="7103"/>
                    <a:pt x="4917" y="6982"/>
                  </a:cubicBezTo>
                  <a:cubicBezTo>
                    <a:pt x="4917" y="6860"/>
                    <a:pt x="5017" y="6761"/>
                    <a:pt x="5138" y="6761"/>
                  </a:cubicBezTo>
                  <a:close/>
                  <a:moveTo>
                    <a:pt x="84" y="0"/>
                  </a:moveTo>
                  <a:lnTo>
                    <a:pt x="1" y="83"/>
                  </a:lnTo>
                  <a:lnTo>
                    <a:pt x="5080" y="5157"/>
                  </a:lnTo>
                  <a:lnTo>
                    <a:pt x="5080" y="6648"/>
                  </a:lnTo>
                  <a:cubicBezTo>
                    <a:pt x="4923" y="6675"/>
                    <a:pt x="4801" y="6813"/>
                    <a:pt x="4801" y="6982"/>
                  </a:cubicBezTo>
                  <a:cubicBezTo>
                    <a:pt x="4801" y="7167"/>
                    <a:pt x="4953" y="7318"/>
                    <a:pt x="5138" y="7318"/>
                  </a:cubicBezTo>
                  <a:cubicBezTo>
                    <a:pt x="5326" y="7318"/>
                    <a:pt x="5478" y="7167"/>
                    <a:pt x="5478" y="6982"/>
                  </a:cubicBezTo>
                  <a:cubicBezTo>
                    <a:pt x="5478" y="6813"/>
                    <a:pt x="5356" y="6675"/>
                    <a:pt x="5199" y="6648"/>
                  </a:cubicBezTo>
                  <a:lnTo>
                    <a:pt x="5199" y="510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9"/>
            <p:cNvSpPr/>
            <p:nvPr/>
          </p:nvSpPr>
          <p:spPr>
            <a:xfrm>
              <a:off x="2292900" y="16110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2"/>
                    <a:pt x="461" y="561"/>
                    <a:pt x="340" y="561"/>
                  </a:cubicBezTo>
                  <a:cubicBezTo>
                    <a:pt x="218" y="561"/>
                    <a:pt x="119" y="462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9"/>
            <p:cNvSpPr/>
            <p:nvPr/>
          </p:nvSpPr>
          <p:spPr>
            <a:xfrm>
              <a:off x="1478875" y="1479550"/>
              <a:ext cx="477800" cy="641750"/>
            </a:xfrm>
            <a:custGeom>
              <a:rect b="b" l="l" r="r" t="t"/>
              <a:pathLst>
                <a:path extrusionOk="0" h="25670" w="19112">
                  <a:moveTo>
                    <a:pt x="18775" y="25112"/>
                  </a:moveTo>
                  <a:cubicBezTo>
                    <a:pt x="18897" y="25112"/>
                    <a:pt x="18996" y="25212"/>
                    <a:pt x="18996" y="25333"/>
                  </a:cubicBezTo>
                  <a:cubicBezTo>
                    <a:pt x="18996" y="25455"/>
                    <a:pt x="18897" y="25554"/>
                    <a:pt x="18775" y="25554"/>
                  </a:cubicBezTo>
                  <a:cubicBezTo>
                    <a:pt x="18654" y="25554"/>
                    <a:pt x="18554" y="25455"/>
                    <a:pt x="18554" y="25333"/>
                  </a:cubicBezTo>
                  <a:cubicBezTo>
                    <a:pt x="18554" y="25212"/>
                    <a:pt x="18654" y="25112"/>
                    <a:pt x="18775" y="25112"/>
                  </a:cubicBezTo>
                  <a:close/>
                  <a:moveTo>
                    <a:pt x="1" y="0"/>
                  </a:moveTo>
                  <a:lnTo>
                    <a:pt x="1" y="119"/>
                  </a:lnTo>
                  <a:lnTo>
                    <a:pt x="2690" y="119"/>
                  </a:lnTo>
                  <a:lnTo>
                    <a:pt x="3385" y="823"/>
                  </a:lnTo>
                  <a:lnTo>
                    <a:pt x="3385" y="10051"/>
                  </a:lnTo>
                  <a:lnTo>
                    <a:pt x="18496" y="25140"/>
                  </a:lnTo>
                  <a:cubicBezTo>
                    <a:pt x="18460" y="25195"/>
                    <a:pt x="18436" y="25261"/>
                    <a:pt x="18436" y="25333"/>
                  </a:cubicBezTo>
                  <a:cubicBezTo>
                    <a:pt x="18436" y="25518"/>
                    <a:pt x="18587" y="25670"/>
                    <a:pt x="18775" y="25670"/>
                  </a:cubicBezTo>
                  <a:cubicBezTo>
                    <a:pt x="18960" y="25670"/>
                    <a:pt x="19112" y="25518"/>
                    <a:pt x="19112" y="25333"/>
                  </a:cubicBezTo>
                  <a:cubicBezTo>
                    <a:pt x="19112" y="25145"/>
                    <a:pt x="18960" y="24994"/>
                    <a:pt x="18775" y="24994"/>
                  </a:cubicBezTo>
                  <a:cubicBezTo>
                    <a:pt x="18703" y="24994"/>
                    <a:pt x="18637" y="25018"/>
                    <a:pt x="18582" y="25057"/>
                  </a:cubicBezTo>
                  <a:lnTo>
                    <a:pt x="3501" y="10004"/>
                  </a:lnTo>
                  <a:lnTo>
                    <a:pt x="3501" y="773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9"/>
            <p:cNvSpPr/>
            <p:nvPr/>
          </p:nvSpPr>
          <p:spPr>
            <a:xfrm>
              <a:off x="1467775" y="1794925"/>
              <a:ext cx="496025" cy="426050"/>
            </a:xfrm>
            <a:custGeom>
              <a:rect b="b" l="l" r="r" t="t"/>
              <a:pathLst>
                <a:path extrusionOk="0" h="17042" w="19841">
                  <a:moveTo>
                    <a:pt x="332" y="1"/>
                  </a:moveTo>
                  <a:lnTo>
                    <a:pt x="1" y="335"/>
                  </a:lnTo>
                  <a:lnTo>
                    <a:pt x="8691" y="8961"/>
                  </a:lnTo>
                  <a:lnTo>
                    <a:pt x="11368" y="8961"/>
                  </a:lnTo>
                  <a:lnTo>
                    <a:pt x="19053" y="16591"/>
                  </a:lnTo>
                  <a:cubicBezTo>
                    <a:pt x="19051" y="16608"/>
                    <a:pt x="19048" y="16627"/>
                    <a:pt x="19048" y="16644"/>
                  </a:cubicBezTo>
                  <a:cubicBezTo>
                    <a:pt x="19048" y="16864"/>
                    <a:pt x="19225" y="17041"/>
                    <a:pt x="19443" y="17041"/>
                  </a:cubicBezTo>
                  <a:cubicBezTo>
                    <a:pt x="19661" y="17041"/>
                    <a:pt x="19840" y="16864"/>
                    <a:pt x="19840" y="16644"/>
                  </a:cubicBezTo>
                  <a:cubicBezTo>
                    <a:pt x="19837" y="16425"/>
                    <a:pt x="19661" y="16249"/>
                    <a:pt x="19443" y="16249"/>
                  </a:cubicBezTo>
                  <a:cubicBezTo>
                    <a:pt x="19423" y="16249"/>
                    <a:pt x="19404" y="16252"/>
                    <a:pt x="19385" y="16254"/>
                  </a:cubicBezTo>
                  <a:lnTo>
                    <a:pt x="11561" y="8489"/>
                  </a:lnTo>
                  <a:lnTo>
                    <a:pt x="8884" y="8489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9"/>
            <p:cNvSpPr/>
            <p:nvPr/>
          </p:nvSpPr>
          <p:spPr>
            <a:xfrm>
              <a:off x="1707600" y="21023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37" y="117"/>
                  </a:moveTo>
                  <a:cubicBezTo>
                    <a:pt x="461" y="117"/>
                    <a:pt x="558" y="216"/>
                    <a:pt x="558" y="338"/>
                  </a:cubicBezTo>
                  <a:cubicBezTo>
                    <a:pt x="558" y="459"/>
                    <a:pt x="461" y="558"/>
                    <a:pt x="337" y="558"/>
                  </a:cubicBezTo>
                  <a:cubicBezTo>
                    <a:pt x="216" y="558"/>
                    <a:pt x="119" y="459"/>
                    <a:pt x="119" y="338"/>
                  </a:cubicBezTo>
                  <a:cubicBezTo>
                    <a:pt x="119" y="216"/>
                    <a:pt x="216" y="117"/>
                    <a:pt x="337" y="117"/>
                  </a:cubicBezTo>
                  <a:close/>
                  <a:moveTo>
                    <a:pt x="337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37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37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9"/>
            <p:cNvSpPr/>
            <p:nvPr/>
          </p:nvSpPr>
          <p:spPr>
            <a:xfrm>
              <a:off x="2694325" y="1972500"/>
              <a:ext cx="284150" cy="305875"/>
            </a:xfrm>
            <a:custGeom>
              <a:rect b="b" l="l" r="r" t="t"/>
              <a:pathLst>
                <a:path extrusionOk="0" h="12235" w="11366">
                  <a:moveTo>
                    <a:pt x="338" y="11677"/>
                  </a:moveTo>
                  <a:cubicBezTo>
                    <a:pt x="459" y="11677"/>
                    <a:pt x="558" y="11777"/>
                    <a:pt x="558" y="11898"/>
                  </a:cubicBezTo>
                  <a:cubicBezTo>
                    <a:pt x="558" y="12019"/>
                    <a:pt x="459" y="12119"/>
                    <a:pt x="338" y="12119"/>
                  </a:cubicBezTo>
                  <a:cubicBezTo>
                    <a:pt x="216" y="12119"/>
                    <a:pt x="117" y="12019"/>
                    <a:pt x="117" y="11898"/>
                  </a:cubicBezTo>
                  <a:cubicBezTo>
                    <a:pt x="117" y="11777"/>
                    <a:pt x="216" y="11677"/>
                    <a:pt x="338" y="11677"/>
                  </a:cubicBezTo>
                  <a:close/>
                  <a:moveTo>
                    <a:pt x="4296" y="0"/>
                  </a:moveTo>
                  <a:lnTo>
                    <a:pt x="3603" y="699"/>
                  </a:lnTo>
                  <a:lnTo>
                    <a:pt x="3603" y="5124"/>
                  </a:lnTo>
                  <a:lnTo>
                    <a:pt x="296" y="8453"/>
                  </a:lnTo>
                  <a:lnTo>
                    <a:pt x="280" y="8469"/>
                  </a:lnTo>
                  <a:lnTo>
                    <a:pt x="280" y="11564"/>
                  </a:lnTo>
                  <a:cubicBezTo>
                    <a:pt x="122" y="11594"/>
                    <a:pt x="1" y="11732"/>
                    <a:pt x="1" y="11898"/>
                  </a:cubicBezTo>
                  <a:cubicBezTo>
                    <a:pt x="1" y="12083"/>
                    <a:pt x="153" y="12235"/>
                    <a:pt x="338" y="12235"/>
                  </a:cubicBezTo>
                  <a:cubicBezTo>
                    <a:pt x="525" y="12235"/>
                    <a:pt x="677" y="12083"/>
                    <a:pt x="677" y="11898"/>
                  </a:cubicBezTo>
                  <a:cubicBezTo>
                    <a:pt x="677" y="11732"/>
                    <a:pt x="556" y="11594"/>
                    <a:pt x="398" y="11564"/>
                  </a:cubicBezTo>
                  <a:lnTo>
                    <a:pt x="398" y="8519"/>
                  </a:lnTo>
                  <a:lnTo>
                    <a:pt x="3719" y="5171"/>
                  </a:lnTo>
                  <a:lnTo>
                    <a:pt x="3719" y="748"/>
                  </a:lnTo>
                  <a:lnTo>
                    <a:pt x="4346" y="119"/>
                  </a:lnTo>
                  <a:lnTo>
                    <a:pt x="11366" y="119"/>
                  </a:lnTo>
                  <a:lnTo>
                    <a:pt x="1136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9"/>
            <p:cNvSpPr/>
            <p:nvPr/>
          </p:nvSpPr>
          <p:spPr>
            <a:xfrm>
              <a:off x="2883975" y="2012650"/>
              <a:ext cx="19775" cy="19850"/>
            </a:xfrm>
            <a:custGeom>
              <a:rect b="b" l="l" r="r" t="t"/>
              <a:pathLst>
                <a:path extrusionOk="0" h="794" w="791">
                  <a:moveTo>
                    <a:pt x="395" y="1"/>
                  </a:moveTo>
                  <a:cubicBezTo>
                    <a:pt x="177" y="1"/>
                    <a:pt x="1" y="178"/>
                    <a:pt x="1" y="398"/>
                  </a:cubicBezTo>
                  <a:cubicBezTo>
                    <a:pt x="1" y="616"/>
                    <a:pt x="177" y="793"/>
                    <a:pt x="395" y="793"/>
                  </a:cubicBezTo>
                  <a:cubicBezTo>
                    <a:pt x="613" y="793"/>
                    <a:pt x="790" y="616"/>
                    <a:pt x="790" y="398"/>
                  </a:cubicBezTo>
                  <a:cubicBezTo>
                    <a:pt x="790" y="178"/>
                    <a:pt x="613" y="1"/>
                    <a:pt x="395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9"/>
            <p:cNvSpPr/>
            <p:nvPr/>
          </p:nvSpPr>
          <p:spPr>
            <a:xfrm>
              <a:off x="2855125" y="2014100"/>
              <a:ext cx="16950" cy="16950"/>
            </a:xfrm>
            <a:custGeom>
              <a:rect b="b" l="l" r="r" t="t"/>
              <a:pathLst>
                <a:path extrusionOk="0" h="678" w="678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61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9"/>
            <p:cNvSpPr/>
            <p:nvPr/>
          </p:nvSpPr>
          <p:spPr>
            <a:xfrm>
              <a:off x="2504275" y="1775475"/>
              <a:ext cx="497125" cy="627900"/>
            </a:xfrm>
            <a:custGeom>
              <a:rect b="b" l="l" r="r" t="t"/>
              <a:pathLst>
                <a:path extrusionOk="0" h="25116" w="19885">
                  <a:moveTo>
                    <a:pt x="19550" y="0"/>
                  </a:moveTo>
                  <a:lnTo>
                    <a:pt x="15318" y="4262"/>
                  </a:lnTo>
                  <a:lnTo>
                    <a:pt x="8448" y="4262"/>
                  </a:lnTo>
                  <a:lnTo>
                    <a:pt x="161" y="12613"/>
                  </a:lnTo>
                  <a:lnTo>
                    <a:pt x="161" y="24403"/>
                  </a:lnTo>
                  <a:cubicBezTo>
                    <a:pt x="64" y="24477"/>
                    <a:pt x="0" y="24591"/>
                    <a:pt x="0" y="24720"/>
                  </a:cubicBezTo>
                  <a:cubicBezTo>
                    <a:pt x="0" y="24938"/>
                    <a:pt x="177" y="25115"/>
                    <a:pt x="395" y="25115"/>
                  </a:cubicBezTo>
                  <a:cubicBezTo>
                    <a:pt x="616" y="25115"/>
                    <a:pt x="793" y="24938"/>
                    <a:pt x="793" y="24720"/>
                  </a:cubicBezTo>
                  <a:cubicBezTo>
                    <a:pt x="793" y="24591"/>
                    <a:pt x="729" y="24477"/>
                    <a:pt x="633" y="24403"/>
                  </a:cubicBezTo>
                  <a:lnTo>
                    <a:pt x="633" y="12806"/>
                  </a:lnTo>
                  <a:lnTo>
                    <a:pt x="8644" y="4734"/>
                  </a:lnTo>
                  <a:lnTo>
                    <a:pt x="15514" y="4734"/>
                  </a:lnTo>
                  <a:lnTo>
                    <a:pt x="19884" y="331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9"/>
            <p:cNvSpPr/>
            <p:nvPr/>
          </p:nvSpPr>
          <p:spPr>
            <a:xfrm>
              <a:off x="2824900" y="20141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2" y="117"/>
                    <a:pt x="561" y="216"/>
                    <a:pt x="561" y="338"/>
                  </a:cubicBezTo>
                  <a:cubicBezTo>
                    <a:pt x="558" y="462"/>
                    <a:pt x="462" y="558"/>
                    <a:pt x="340" y="558"/>
                  </a:cubicBezTo>
                  <a:cubicBezTo>
                    <a:pt x="219" y="558"/>
                    <a:pt x="119" y="459"/>
                    <a:pt x="119" y="338"/>
                  </a:cubicBezTo>
                  <a:cubicBezTo>
                    <a:pt x="119" y="216"/>
                    <a:pt x="219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3" y="1"/>
                    <a:pt x="1" y="153"/>
                    <a:pt x="1" y="338"/>
                  </a:cubicBezTo>
                  <a:cubicBezTo>
                    <a:pt x="1" y="525"/>
                    <a:pt x="153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9"/>
            <p:cNvSpPr/>
            <p:nvPr/>
          </p:nvSpPr>
          <p:spPr>
            <a:xfrm>
              <a:off x="2670875" y="1949175"/>
              <a:ext cx="307600" cy="329200"/>
            </a:xfrm>
            <a:custGeom>
              <a:rect b="b" l="l" r="r" t="t"/>
              <a:pathLst>
                <a:path extrusionOk="0" h="13168" w="12304">
                  <a:moveTo>
                    <a:pt x="337" y="12610"/>
                  </a:moveTo>
                  <a:cubicBezTo>
                    <a:pt x="458" y="12610"/>
                    <a:pt x="558" y="12710"/>
                    <a:pt x="558" y="12831"/>
                  </a:cubicBezTo>
                  <a:cubicBezTo>
                    <a:pt x="558" y="12952"/>
                    <a:pt x="458" y="13052"/>
                    <a:pt x="337" y="13052"/>
                  </a:cubicBezTo>
                  <a:cubicBezTo>
                    <a:pt x="216" y="13052"/>
                    <a:pt x="116" y="12952"/>
                    <a:pt x="116" y="12831"/>
                  </a:cubicBezTo>
                  <a:cubicBezTo>
                    <a:pt x="116" y="12710"/>
                    <a:pt x="216" y="12610"/>
                    <a:pt x="337" y="12610"/>
                  </a:cubicBezTo>
                  <a:close/>
                  <a:moveTo>
                    <a:pt x="4928" y="0"/>
                  </a:moveTo>
                  <a:lnTo>
                    <a:pt x="3603" y="1336"/>
                  </a:lnTo>
                  <a:lnTo>
                    <a:pt x="3603" y="5761"/>
                  </a:lnTo>
                  <a:lnTo>
                    <a:pt x="296" y="9091"/>
                  </a:lnTo>
                  <a:lnTo>
                    <a:pt x="279" y="9107"/>
                  </a:lnTo>
                  <a:lnTo>
                    <a:pt x="279" y="12497"/>
                  </a:lnTo>
                  <a:cubicBezTo>
                    <a:pt x="119" y="12527"/>
                    <a:pt x="0" y="12665"/>
                    <a:pt x="0" y="12831"/>
                  </a:cubicBezTo>
                  <a:cubicBezTo>
                    <a:pt x="0" y="13016"/>
                    <a:pt x="152" y="13168"/>
                    <a:pt x="337" y="13168"/>
                  </a:cubicBezTo>
                  <a:cubicBezTo>
                    <a:pt x="525" y="13168"/>
                    <a:pt x="677" y="13016"/>
                    <a:pt x="677" y="12831"/>
                  </a:cubicBezTo>
                  <a:cubicBezTo>
                    <a:pt x="677" y="12665"/>
                    <a:pt x="555" y="12527"/>
                    <a:pt x="398" y="12497"/>
                  </a:cubicBezTo>
                  <a:lnTo>
                    <a:pt x="398" y="9157"/>
                  </a:lnTo>
                  <a:lnTo>
                    <a:pt x="3719" y="5808"/>
                  </a:lnTo>
                  <a:lnTo>
                    <a:pt x="3719" y="1383"/>
                  </a:lnTo>
                  <a:lnTo>
                    <a:pt x="4977" y="116"/>
                  </a:lnTo>
                  <a:lnTo>
                    <a:pt x="12304" y="116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9"/>
            <p:cNvSpPr/>
            <p:nvPr/>
          </p:nvSpPr>
          <p:spPr>
            <a:xfrm>
              <a:off x="2647325" y="1851175"/>
              <a:ext cx="330400" cy="427275"/>
            </a:xfrm>
            <a:custGeom>
              <a:rect b="b" l="l" r="r" t="t"/>
              <a:pathLst>
                <a:path extrusionOk="0" h="17091" w="13216">
                  <a:moveTo>
                    <a:pt x="340" y="16530"/>
                  </a:moveTo>
                  <a:cubicBezTo>
                    <a:pt x="462" y="16530"/>
                    <a:pt x="561" y="16630"/>
                    <a:pt x="561" y="16751"/>
                  </a:cubicBezTo>
                  <a:cubicBezTo>
                    <a:pt x="561" y="16872"/>
                    <a:pt x="462" y="16972"/>
                    <a:pt x="340" y="16972"/>
                  </a:cubicBezTo>
                  <a:cubicBezTo>
                    <a:pt x="219" y="16972"/>
                    <a:pt x="120" y="16872"/>
                    <a:pt x="120" y="16751"/>
                  </a:cubicBezTo>
                  <a:cubicBezTo>
                    <a:pt x="120" y="16630"/>
                    <a:pt x="219" y="16530"/>
                    <a:pt x="340" y="16530"/>
                  </a:cubicBezTo>
                  <a:close/>
                  <a:moveTo>
                    <a:pt x="13133" y="0"/>
                  </a:moveTo>
                  <a:lnTo>
                    <a:pt x="10173" y="2984"/>
                  </a:lnTo>
                  <a:lnTo>
                    <a:pt x="5577" y="2984"/>
                  </a:lnTo>
                  <a:lnTo>
                    <a:pt x="3614" y="4964"/>
                  </a:lnTo>
                  <a:lnTo>
                    <a:pt x="3614" y="9389"/>
                  </a:lnTo>
                  <a:lnTo>
                    <a:pt x="291" y="12735"/>
                  </a:lnTo>
                  <a:lnTo>
                    <a:pt x="282" y="16420"/>
                  </a:lnTo>
                  <a:cubicBezTo>
                    <a:pt x="122" y="16447"/>
                    <a:pt x="1" y="16585"/>
                    <a:pt x="1" y="16751"/>
                  </a:cubicBezTo>
                  <a:cubicBezTo>
                    <a:pt x="1" y="16939"/>
                    <a:pt x="153" y="17091"/>
                    <a:pt x="340" y="17091"/>
                  </a:cubicBezTo>
                  <a:cubicBezTo>
                    <a:pt x="528" y="17091"/>
                    <a:pt x="680" y="16939"/>
                    <a:pt x="680" y="16751"/>
                  </a:cubicBezTo>
                  <a:cubicBezTo>
                    <a:pt x="680" y="16585"/>
                    <a:pt x="559" y="16447"/>
                    <a:pt x="401" y="16417"/>
                  </a:cubicBezTo>
                  <a:lnTo>
                    <a:pt x="409" y="12784"/>
                  </a:lnTo>
                  <a:lnTo>
                    <a:pt x="3730" y="9436"/>
                  </a:lnTo>
                  <a:lnTo>
                    <a:pt x="3730" y="5011"/>
                  </a:lnTo>
                  <a:lnTo>
                    <a:pt x="5627" y="3103"/>
                  </a:lnTo>
                  <a:lnTo>
                    <a:pt x="10220" y="3103"/>
                  </a:lnTo>
                  <a:lnTo>
                    <a:pt x="13215" y="86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9"/>
            <p:cNvSpPr/>
            <p:nvPr/>
          </p:nvSpPr>
          <p:spPr>
            <a:xfrm>
              <a:off x="2414275" y="1478925"/>
              <a:ext cx="324450" cy="777500"/>
            </a:xfrm>
            <a:custGeom>
              <a:rect b="b" l="l" r="r" t="t"/>
              <a:pathLst>
                <a:path extrusionOk="0" h="31100" w="12978">
                  <a:moveTo>
                    <a:pt x="340" y="30540"/>
                  </a:moveTo>
                  <a:cubicBezTo>
                    <a:pt x="462" y="30540"/>
                    <a:pt x="561" y="30639"/>
                    <a:pt x="561" y="30760"/>
                  </a:cubicBezTo>
                  <a:cubicBezTo>
                    <a:pt x="561" y="30882"/>
                    <a:pt x="462" y="30981"/>
                    <a:pt x="340" y="30981"/>
                  </a:cubicBezTo>
                  <a:cubicBezTo>
                    <a:pt x="219" y="30981"/>
                    <a:pt x="119" y="30882"/>
                    <a:pt x="119" y="30760"/>
                  </a:cubicBezTo>
                  <a:cubicBezTo>
                    <a:pt x="119" y="30639"/>
                    <a:pt x="219" y="30540"/>
                    <a:pt x="340" y="30540"/>
                  </a:cubicBezTo>
                  <a:close/>
                  <a:moveTo>
                    <a:pt x="12895" y="0"/>
                  </a:moveTo>
                  <a:lnTo>
                    <a:pt x="4834" y="8097"/>
                  </a:lnTo>
                  <a:lnTo>
                    <a:pt x="4818" y="8116"/>
                  </a:lnTo>
                  <a:lnTo>
                    <a:pt x="4818" y="15097"/>
                  </a:lnTo>
                  <a:lnTo>
                    <a:pt x="953" y="18979"/>
                  </a:lnTo>
                  <a:lnTo>
                    <a:pt x="953" y="24364"/>
                  </a:lnTo>
                  <a:lnTo>
                    <a:pt x="282" y="25041"/>
                  </a:lnTo>
                  <a:lnTo>
                    <a:pt x="282" y="30429"/>
                  </a:lnTo>
                  <a:cubicBezTo>
                    <a:pt x="122" y="30457"/>
                    <a:pt x="1" y="30595"/>
                    <a:pt x="1" y="30760"/>
                  </a:cubicBezTo>
                  <a:cubicBezTo>
                    <a:pt x="1" y="30948"/>
                    <a:pt x="153" y="31100"/>
                    <a:pt x="340" y="31100"/>
                  </a:cubicBezTo>
                  <a:cubicBezTo>
                    <a:pt x="528" y="31100"/>
                    <a:pt x="680" y="30948"/>
                    <a:pt x="680" y="30760"/>
                  </a:cubicBezTo>
                  <a:cubicBezTo>
                    <a:pt x="680" y="30595"/>
                    <a:pt x="558" y="30457"/>
                    <a:pt x="398" y="30429"/>
                  </a:cubicBezTo>
                  <a:lnTo>
                    <a:pt x="398" y="25090"/>
                  </a:lnTo>
                  <a:lnTo>
                    <a:pt x="1072" y="24414"/>
                  </a:lnTo>
                  <a:lnTo>
                    <a:pt x="1072" y="19028"/>
                  </a:lnTo>
                  <a:lnTo>
                    <a:pt x="4936" y="15147"/>
                  </a:lnTo>
                  <a:lnTo>
                    <a:pt x="4936" y="8163"/>
                  </a:lnTo>
                  <a:lnTo>
                    <a:pt x="12978" y="83"/>
                  </a:lnTo>
                  <a:lnTo>
                    <a:pt x="1289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9"/>
            <p:cNvSpPr/>
            <p:nvPr/>
          </p:nvSpPr>
          <p:spPr>
            <a:xfrm>
              <a:off x="2294950" y="1643925"/>
              <a:ext cx="112925" cy="685675"/>
            </a:xfrm>
            <a:custGeom>
              <a:rect b="b" l="l" r="r" t="t"/>
              <a:pathLst>
                <a:path extrusionOk="0" h="27427" w="4517">
                  <a:moveTo>
                    <a:pt x="338" y="26866"/>
                  </a:moveTo>
                  <a:cubicBezTo>
                    <a:pt x="462" y="26866"/>
                    <a:pt x="558" y="26965"/>
                    <a:pt x="558" y="27087"/>
                  </a:cubicBezTo>
                  <a:cubicBezTo>
                    <a:pt x="558" y="27208"/>
                    <a:pt x="462" y="27307"/>
                    <a:pt x="338" y="27307"/>
                  </a:cubicBezTo>
                  <a:cubicBezTo>
                    <a:pt x="216" y="27307"/>
                    <a:pt x="120" y="27208"/>
                    <a:pt x="120" y="27087"/>
                  </a:cubicBezTo>
                  <a:cubicBezTo>
                    <a:pt x="120" y="26965"/>
                    <a:pt x="216" y="26866"/>
                    <a:pt x="338" y="26866"/>
                  </a:cubicBezTo>
                  <a:close/>
                  <a:moveTo>
                    <a:pt x="4398" y="1"/>
                  </a:moveTo>
                  <a:lnTo>
                    <a:pt x="4398" y="6093"/>
                  </a:lnTo>
                  <a:lnTo>
                    <a:pt x="1097" y="9408"/>
                  </a:lnTo>
                  <a:lnTo>
                    <a:pt x="1077" y="9425"/>
                  </a:lnTo>
                  <a:lnTo>
                    <a:pt x="1077" y="19592"/>
                  </a:lnTo>
                  <a:lnTo>
                    <a:pt x="280" y="20392"/>
                  </a:lnTo>
                  <a:lnTo>
                    <a:pt x="280" y="26755"/>
                  </a:lnTo>
                  <a:cubicBezTo>
                    <a:pt x="122" y="26783"/>
                    <a:pt x="1" y="26921"/>
                    <a:pt x="1" y="27087"/>
                  </a:cubicBezTo>
                  <a:cubicBezTo>
                    <a:pt x="1" y="27274"/>
                    <a:pt x="153" y="27426"/>
                    <a:pt x="340" y="27426"/>
                  </a:cubicBezTo>
                  <a:cubicBezTo>
                    <a:pt x="525" y="27426"/>
                    <a:pt x="677" y="27274"/>
                    <a:pt x="677" y="27087"/>
                  </a:cubicBezTo>
                  <a:cubicBezTo>
                    <a:pt x="677" y="26921"/>
                    <a:pt x="556" y="26783"/>
                    <a:pt x="398" y="26755"/>
                  </a:cubicBezTo>
                  <a:lnTo>
                    <a:pt x="398" y="20442"/>
                  </a:lnTo>
                  <a:lnTo>
                    <a:pt x="1196" y="19639"/>
                  </a:lnTo>
                  <a:lnTo>
                    <a:pt x="1196" y="9475"/>
                  </a:lnTo>
                  <a:lnTo>
                    <a:pt x="4500" y="6159"/>
                  </a:lnTo>
                  <a:lnTo>
                    <a:pt x="4517" y="6143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9"/>
            <p:cNvSpPr/>
            <p:nvPr/>
          </p:nvSpPr>
          <p:spPr>
            <a:xfrm>
              <a:off x="2319325" y="978025"/>
              <a:ext cx="44250" cy="465925"/>
            </a:xfrm>
            <a:custGeom>
              <a:rect b="b" l="l" r="r" t="t"/>
              <a:pathLst>
                <a:path extrusionOk="0" h="18637" w="1770">
                  <a:moveTo>
                    <a:pt x="1430" y="18076"/>
                  </a:moveTo>
                  <a:cubicBezTo>
                    <a:pt x="1552" y="18076"/>
                    <a:pt x="1651" y="18176"/>
                    <a:pt x="1651" y="18297"/>
                  </a:cubicBezTo>
                  <a:cubicBezTo>
                    <a:pt x="1651" y="18419"/>
                    <a:pt x="1552" y="18518"/>
                    <a:pt x="1430" y="18518"/>
                  </a:cubicBezTo>
                  <a:cubicBezTo>
                    <a:pt x="1309" y="18518"/>
                    <a:pt x="1209" y="18419"/>
                    <a:pt x="1209" y="18297"/>
                  </a:cubicBezTo>
                  <a:cubicBezTo>
                    <a:pt x="1209" y="18176"/>
                    <a:pt x="1309" y="18076"/>
                    <a:pt x="1430" y="18076"/>
                  </a:cubicBezTo>
                  <a:close/>
                  <a:moveTo>
                    <a:pt x="0" y="1"/>
                  </a:moveTo>
                  <a:lnTo>
                    <a:pt x="0" y="9461"/>
                  </a:lnTo>
                  <a:lnTo>
                    <a:pt x="1372" y="10822"/>
                  </a:lnTo>
                  <a:lnTo>
                    <a:pt x="1372" y="17966"/>
                  </a:lnTo>
                  <a:cubicBezTo>
                    <a:pt x="1212" y="17993"/>
                    <a:pt x="1093" y="18131"/>
                    <a:pt x="1093" y="18297"/>
                  </a:cubicBezTo>
                  <a:cubicBezTo>
                    <a:pt x="1093" y="18485"/>
                    <a:pt x="1245" y="18637"/>
                    <a:pt x="1430" y="18637"/>
                  </a:cubicBezTo>
                  <a:cubicBezTo>
                    <a:pt x="1618" y="18637"/>
                    <a:pt x="1770" y="18485"/>
                    <a:pt x="1770" y="18297"/>
                  </a:cubicBezTo>
                  <a:cubicBezTo>
                    <a:pt x="1770" y="18131"/>
                    <a:pt x="1648" y="17993"/>
                    <a:pt x="1491" y="17966"/>
                  </a:cubicBezTo>
                  <a:lnTo>
                    <a:pt x="1491" y="10772"/>
                  </a:lnTo>
                  <a:lnTo>
                    <a:pt x="119" y="941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9"/>
            <p:cNvSpPr/>
            <p:nvPr/>
          </p:nvSpPr>
          <p:spPr>
            <a:xfrm>
              <a:off x="2383650" y="1447800"/>
              <a:ext cx="355075" cy="632575"/>
            </a:xfrm>
            <a:custGeom>
              <a:rect b="b" l="l" r="r" t="t"/>
              <a:pathLst>
                <a:path extrusionOk="0" h="25303" w="14203">
                  <a:moveTo>
                    <a:pt x="340" y="24743"/>
                  </a:moveTo>
                  <a:cubicBezTo>
                    <a:pt x="461" y="24743"/>
                    <a:pt x="558" y="24842"/>
                    <a:pt x="558" y="24963"/>
                  </a:cubicBezTo>
                  <a:cubicBezTo>
                    <a:pt x="558" y="25085"/>
                    <a:pt x="461" y="25184"/>
                    <a:pt x="340" y="25184"/>
                  </a:cubicBezTo>
                  <a:cubicBezTo>
                    <a:pt x="218" y="25184"/>
                    <a:pt x="119" y="25085"/>
                    <a:pt x="119" y="24963"/>
                  </a:cubicBezTo>
                  <a:cubicBezTo>
                    <a:pt x="119" y="24842"/>
                    <a:pt x="218" y="24743"/>
                    <a:pt x="340" y="24743"/>
                  </a:cubicBezTo>
                  <a:close/>
                  <a:moveTo>
                    <a:pt x="14120" y="0"/>
                  </a:moveTo>
                  <a:lnTo>
                    <a:pt x="5115" y="9046"/>
                  </a:lnTo>
                  <a:lnTo>
                    <a:pt x="5099" y="9063"/>
                  </a:lnTo>
                  <a:lnTo>
                    <a:pt x="5099" y="16044"/>
                  </a:lnTo>
                  <a:lnTo>
                    <a:pt x="1234" y="19926"/>
                  </a:lnTo>
                  <a:lnTo>
                    <a:pt x="1234" y="21275"/>
                  </a:lnTo>
                  <a:lnTo>
                    <a:pt x="279" y="22236"/>
                  </a:lnTo>
                  <a:lnTo>
                    <a:pt x="279" y="24632"/>
                  </a:lnTo>
                  <a:cubicBezTo>
                    <a:pt x="122" y="24660"/>
                    <a:pt x="0" y="24798"/>
                    <a:pt x="0" y="24963"/>
                  </a:cubicBezTo>
                  <a:cubicBezTo>
                    <a:pt x="0" y="25151"/>
                    <a:pt x="152" y="25303"/>
                    <a:pt x="337" y="25303"/>
                  </a:cubicBezTo>
                  <a:cubicBezTo>
                    <a:pt x="525" y="25303"/>
                    <a:pt x="676" y="25151"/>
                    <a:pt x="676" y="24963"/>
                  </a:cubicBezTo>
                  <a:cubicBezTo>
                    <a:pt x="676" y="24798"/>
                    <a:pt x="555" y="24660"/>
                    <a:pt x="398" y="24632"/>
                  </a:cubicBezTo>
                  <a:lnTo>
                    <a:pt x="398" y="22286"/>
                  </a:lnTo>
                  <a:lnTo>
                    <a:pt x="1353" y="21325"/>
                  </a:lnTo>
                  <a:lnTo>
                    <a:pt x="1353" y="19975"/>
                  </a:lnTo>
                  <a:lnTo>
                    <a:pt x="5215" y="16094"/>
                  </a:lnTo>
                  <a:lnTo>
                    <a:pt x="5215" y="9110"/>
                  </a:lnTo>
                  <a:lnTo>
                    <a:pt x="14203" y="83"/>
                  </a:lnTo>
                  <a:lnTo>
                    <a:pt x="14120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9"/>
            <p:cNvSpPr/>
            <p:nvPr/>
          </p:nvSpPr>
          <p:spPr>
            <a:xfrm>
              <a:off x="2570600" y="2009975"/>
              <a:ext cx="134375" cy="180625"/>
            </a:xfrm>
            <a:custGeom>
              <a:rect b="b" l="l" r="r" t="t"/>
              <a:pathLst>
                <a:path extrusionOk="0" h="7225" w="5375">
                  <a:moveTo>
                    <a:pt x="340" y="6667"/>
                  </a:moveTo>
                  <a:cubicBezTo>
                    <a:pt x="461" y="6667"/>
                    <a:pt x="561" y="6766"/>
                    <a:pt x="561" y="6888"/>
                  </a:cubicBezTo>
                  <a:cubicBezTo>
                    <a:pt x="561" y="7009"/>
                    <a:pt x="461" y="7109"/>
                    <a:pt x="340" y="7109"/>
                  </a:cubicBezTo>
                  <a:cubicBezTo>
                    <a:pt x="218" y="7109"/>
                    <a:pt x="119" y="7009"/>
                    <a:pt x="119" y="6888"/>
                  </a:cubicBezTo>
                  <a:cubicBezTo>
                    <a:pt x="119" y="6766"/>
                    <a:pt x="218" y="6667"/>
                    <a:pt x="340" y="6667"/>
                  </a:cubicBezTo>
                  <a:close/>
                  <a:moveTo>
                    <a:pt x="5292" y="0"/>
                  </a:moveTo>
                  <a:lnTo>
                    <a:pt x="298" y="5033"/>
                  </a:lnTo>
                  <a:lnTo>
                    <a:pt x="282" y="5049"/>
                  </a:lnTo>
                  <a:lnTo>
                    <a:pt x="282" y="6554"/>
                  </a:lnTo>
                  <a:cubicBezTo>
                    <a:pt x="122" y="6581"/>
                    <a:pt x="0" y="6719"/>
                    <a:pt x="0" y="6888"/>
                  </a:cubicBezTo>
                  <a:cubicBezTo>
                    <a:pt x="0" y="7073"/>
                    <a:pt x="152" y="7224"/>
                    <a:pt x="340" y="7224"/>
                  </a:cubicBezTo>
                  <a:cubicBezTo>
                    <a:pt x="528" y="7224"/>
                    <a:pt x="679" y="7073"/>
                    <a:pt x="679" y="6888"/>
                  </a:cubicBezTo>
                  <a:cubicBezTo>
                    <a:pt x="679" y="6719"/>
                    <a:pt x="558" y="6581"/>
                    <a:pt x="398" y="6554"/>
                  </a:cubicBezTo>
                  <a:lnTo>
                    <a:pt x="398" y="5099"/>
                  </a:lnTo>
                  <a:lnTo>
                    <a:pt x="5375" y="83"/>
                  </a:lnTo>
                  <a:lnTo>
                    <a:pt x="5292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9"/>
            <p:cNvSpPr/>
            <p:nvPr/>
          </p:nvSpPr>
          <p:spPr>
            <a:xfrm>
              <a:off x="2598200" y="2046475"/>
              <a:ext cx="106775" cy="190075"/>
            </a:xfrm>
            <a:custGeom>
              <a:rect b="b" l="l" r="r" t="t"/>
              <a:pathLst>
                <a:path extrusionOk="0" h="7603" w="4271">
                  <a:moveTo>
                    <a:pt x="340" y="7045"/>
                  </a:moveTo>
                  <a:cubicBezTo>
                    <a:pt x="461" y="7045"/>
                    <a:pt x="561" y="7145"/>
                    <a:pt x="561" y="7266"/>
                  </a:cubicBezTo>
                  <a:cubicBezTo>
                    <a:pt x="561" y="7388"/>
                    <a:pt x="461" y="7487"/>
                    <a:pt x="340" y="7487"/>
                  </a:cubicBezTo>
                  <a:cubicBezTo>
                    <a:pt x="219" y="7487"/>
                    <a:pt x="119" y="7388"/>
                    <a:pt x="119" y="7266"/>
                  </a:cubicBezTo>
                  <a:cubicBezTo>
                    <a:pt x="119" y="7145"/>
                    <a:pt x="219" y="7045"/>
                    <a:pt x="340" y="7045"/>
                  </a:cubicBezTo>
                  <a:close/>
                  <a:moveTo>
                    <a:pt x="4188" y="1"/>
                  </a:moveTo>
                  <a:lnTo>
                    <a:pt x="299" y="3920"/>
                  </a:lnTo>
                  <a:lnTo>
                    <a:pt x="279" y="3937"/>
                  </a:lnTo>
                  <a:lnTo>
                    <a:pt x="279" y="6932"/>
                  </a:lnTo>
                  <a:cubicBezTo>
                    <a:pt x="122" y="6960"/>
                    <a:pt x="0" y="7098"/>
                    <a:pt x="0" y="7266"/>
                  </a:cubicBezTo>
                  <a:cubicBezTo>
                    <a:pt x="0" y="7451"/>
                    <a:pt x="152" y="7603"/>
                    <a:pt x="340" y="7603"/>
                  </a:cubicBezTo>
                  <a:cubicBezTo>
                    <a:pt x="525" y="7603"/>
                    <a:pt x="677" y="7451"/>
                    <a:pt x="677" y="7266"/>
                  </a:cubicBezTo>
                  <a:cubicBezTo>
                    <a:pt x="677" y="7101"/>
                    <a:pt x="558" y="6963"/>
                    <a:pt x="398" y="6935"/>
                  </a:cubicBezTo>
                  <a:lnTo>
                    <a:pt x="398" y="3987"/>
                  </a:lnTo>
                  <a:lnTo>
                    <a:pt x="4271" y="83"/>
                  </a:lnTo>
                  <a:lnTo>
                    <a:pt x="4188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9"/>
            <p:cNvSpPr/>
            <p:nvPr/>
          </p:nvSpPr>
          <p:spPr>
            <a:xfrm>
              <a:off x="2318275" y="2070425"/>
              <a:ext cx="36950" cy="307200"/>
            </a:xfrm>
            <a:custGeom>
              <a:rect b="b" l="l" r="r" t="t"/>
              <a:pathLst>
                <a:path extrusionOk="0" h="12288" w="1478">
                  <a:moveTo>
                    <a:pt x="1138" y="119"/>
                  </a:moveTo>
                  <a:cubicBezTo>
                    <a:pt x="1260" y="119"/>
                    <a:pt x="1359" y="219"/>
                    <a:pt x="1359" y="340"/>
                  </a:cubicBezTo>
                  <a:cubicBezTo>
                    <a:pt x="1359" y="461"/>
                    <a:pt x="1260" y="561"/>
                    <a:pt x="1138" y="561"/>
                  </a:cubicBezTo>
                  <a:cubicBezTo>
                    <a:pt x="1017" y="561"/>
                    <a:pt x="917" y="461"/>
                    <a:pt x="917" y="340"/>
                  </a:cubicBezTo>
                  <a:cubicBezTo>
                    <a:pt x="917" y="219"/>
                    <a:pt x="1017" y="119"/>
                    <a:pt x="1138" y="119"/>
                  </a:cubicBezTo>
                  <a:close/>
                  <a:moveTo>
                    <a:pt x="340" y="11727"/>
                  </a:moveTo>
                  <a:cubicBezTo>
                    <a:pt x="462" y="11727"/>
                    <a:pt x="561" y="11826"/>
                    <a:pt x="561" y="11948"/>
                  </a:cubicBezTo>
                  <a:cubicBezTo>
                    <a:pt x="561" y="12069"/>
                    <a:pt x="462" y="12169"/>
                    <a:pt x="340" y="12169"/>
                  </a:cubicBezTo>
                  <a:cubicBezTo>
                    <a:pt x="219" y="12169"/>
                    <a:pt x="120" y="12069"/>
                    <a:pt x="120" y="11948"/>
                  </a:cubicBezTo>
                  <a:cubicBezTo>
                    <a:pt x="120" y="11826"/>
                    <a:pt x="219" y="11727"/>
                    <a:pt x="340" y="11727"/>
                  </a:cubicBezTo>
                  <a:close/>
                  <a:moveTo>
                    <a:pt x="1138" y="0"/>
                  </a:moveTo>
                  <a:cubicBezTo>
                    <a:pt x="953" y="0"/>
                    <a:pt x="801" y="152"/>
                    <a:pt x="801" y="340"/>
                  </a:cubicBezTo>
                  <a:cubicBezTo>
                    <a:pt x="801" y="506"/>
                    <a:pt x="920" y="644"/>
                    <a:pt x="1080" y="671"/>
                  </a:cubicBezTo>
                  <a:lnTo>
                    <a:pt x="1080" y="2824"/>
                  </a:lnTo>
                  <a:lnTo>
                    <a:pt x="282" y="3628"/>
                  </a:lnTo>
                  <a:lnTo>
                    <a:pt x="282" y="11617"/>
                  </a:lnTo>
                  <a:cubicBezTo>
                    <a:pt x="122" y="11644"/>
                    <a:pt x="1" y="11782"/>
                    <a:pt x="1" y="11948"/>
                  </a:cubicBezTo>
                  <a:cubicBezTo>
                    <a:pt x="1" y="12136"/>
                    <a:pt x="153" y="12287"/>
                    <a:pt x="340" y="12287"/>
                  </a:cubicBezTo>
                  <a:cubicBezTo>
                    <a:pt x="528" y="12287"/>
                    <a:pt x="680" y="12136"/>
                    <a:pt x="680" y="11948"/>
                  </a:cubicBezTo>
                  <a:cubicBezTo>
                    <a:pt x="680" y="11782"/>
                    <a:pt x="558" y="11644"/>
                    <a:pt x="398" y="11617"/>
                  </a:cubicBezTo>
                  <a:lnTo>
                    <a:pt x="398" y="3675"/>
                  </a:lnTo>
                  <a:lnTo>
                    <a:pt x="1199" y="2874"/>
                  </a:lnTo>
                  <a:lnTo>
                    <a:pt x="1199" y="671"/>
                  </a:lnTo>
                  <a:cubicBezTo>
                    <a:pt x="1356" y="644"/>
                    <a:pt x="1478" y="506"/>
                    <a:pt x="1478" y="340"/>
                  </a:cubicBezTo>
                  <a:cubicBezTo>
                    <a:pt x="1478" y="152"/>
                    <a:pt x="1326" y="0"/>
                    <a:pt x="1138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9"/>
            <p:cNvSpPr/>
            <p:nvPr/>
          </p:nvSpPr>
          <p:spPr>
            <a:xfrm>
              <a:off x="2056800" y="1031225"/>
              <a:ext cx="185725" cy="1020175"/>
            </a:xfrm>
            <a:custGeom>
              <a:rect b="b" l="l" r="r" t="t"/>
              <a:pathLst>
                <a:path extrusionOk="0" h="40807" w="7429">
                  <a:moveTo>
                    <a:pt x="3641" y="120"/>
                  </a:moveTo>
                  <a:cubicBezTo>
                    <a:pt x="3763" y="120"/>
                    <a:pt x="3862" y="219"/>
                    <a:pt x="3862" y="340"/>
                  </a:cubicBezTo>
                  <a:cubicBezTo>
                    <a:pt x="3862" y="459"/>
                    <a:pt x="3763" y="559"/>
                    <a:pt x="3641" y="559"/>
                  </a:cubicBezTo>
                  <a:cubicBezTo>
                    <a:pt x="3520" y="559"/>
                    <a:pt x="3421" y="459"/>
                    <a:pt x="3421" y="340"/>
                  </a:cubicBezTo>
                  <a:cubicBezTo>
                    <a:pt x="3421" y="219"/>
                    <a:pt x="3520" y="120"/>
                    <a:pt x="3641" y="120"/>
                  </a:cubicBezTo>
                  <a:close/>
                  <a:moveTo>
                    <a:pt x="3641" y="1"/>
                  </a:moveTo>
                  <a:cubicBezTo>
                    <a:pt x="3457" y="1"/>
                    <a:pt x="3305" y="153"/>
                    <a:pt x="3305" y="340"/>
                  </a:cubicBezTo>
                  <a:cubicBezTo>
                    <a:pt x="3305" y="412"/>
                    <a:pt x="3327" y="478"/>
                    <a:pt x="3365" y="534"/>
                  </a:cubicBezTo>
                  <a:lnTo>
                    <a:pt x="0" y="3904"/>
                  </a:lnTo>
                  <a:lnTo>
                    <a:pt x="0" y="22284"/>
                  </a:lnTo>
                  <a:lnTo>
                    <a:pt x="1372" y="23645"/>
                  </a:lnTo>
                  <a:lnTo>
                    <a:pt x="1372" y="25930"/>
                  </a:lnTo>
                  <a:lnTo>
                    <a:pt x="7310" y="31860"/>
                  </a:lnTo>
                  <a:lnTo>
                    <a:pt x="7310" y="40807"/>
                  </a:lnTo>
                  <a:lnTo>
                    <a:pt x="7429" y="40807"/>
                  </a:lnTo>
                  <a:lnTo>
                    <a:pt x="7429" y="31810"/>
                  </a:lnTo>
                  <a:lnTo>
                    <a:pt x="1491" y="25883"/>
                  </a:lnTo>
                  <a:lnTo>
                    <a:pt x="1491" y="23595"/>
                  </a:lnTo>
                  <a:lnTo>
                    <a:pt x="119" y="22234"/>
                  </a:lnTo>
                  <a:lnTo>
                    <a:pt x="119" y="3954"/>
                  </a:lnTo>
                  <a:lnTo>
                    <a:pt x="3448" y="616"/>
                  </a:lnTo>
                  <a:cubicBezTo>
                    <a:pt x="3503" y="655"/>
                    <a:pt x="3570" y="677"/>
                    <a:pt x="3641" y="677"/>
                  </a:cubicBezTo>
                  <a:cubicBezTo>
                    <a:pt x="3829" y="677"/>
                    <a:pt x="3981" y="525"/>
                    <a:pt x="3981" y="340"/>
                  </a:cubicBezTo>
                  <a:cubicBezTo>
                    <a:pt x="3981" y="153"/>
                    <a:pt x="3829" y="1"/>
                    <a:pt x="3641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9"/>
            <p:cNvSpPr/>
            <p:nvPr/>
          </p:nvSpPr>
          <p:spPr>
            <a:xfrm>
              <a:off x="2103525" y="1076775"/>
              <a:ext cx="86150" cy="631775"/>
            </a:xfrm>
            <a:custGeom>
              <a:rect b="b" l="l" r="r" t="t"/>
              <a:pathLst>
                <a:path extrusionOk="0" h="25271" w="3446">
                  <a:moveTo>
                    <a:pt x="3106" y="24713"/>
                  </a:moveTo>
                  <a:cubicBezTo>
                    <a:pt x="3230" y="24713"/>
                    <a:pt x="3327" y="24809"/>
                    <a:pt x="3327" y="24934"/>
                  </a:cubicBezTo>
                  <a:cubicBezTo>
                    <a:pt x="3327" y="25055"/>
                    <a:pt x="3227" y="25154"/>
                    <a:pt x="3106" y="25154"/>
                  </a:cubicBezTo>
                  <a:cubicBezTo>
                    <a:pt x="2984" y="25154"/>
                    <a:pt x="2888" y="25055"/>
                    <a:pt x="2888" y="24934"/>
                  </a:cubicBezTo>
                  <a:cubicBezTo>
                    <a:pt x="2888" y="24812"/>
                    <a:pt x="2984" y="24713"/>
                    <a:pt x="3106" y="24713"/>
                  </a:cubicBezTo>
                  <a:close/>
                  <a:moveTo>
                    <a:pt x="2667" y="1"/>
                  </a:moveTo>
                  <a:lnTo>
                    <a:pt x="0" y="2673"/>
                  </a:lnTo>
                  <a:lnTo>
                    <a:pt x="0" y="19871"/>
                  </a:lnTo>
                  <a:lnTo>
                    <a:pt x="1408" y="21268"/>
                  </a:lnTo>
                  <a:lnTo>
                    <a:pt x="2289" y="21268"/>
                  </a:lnTo>
                  <a:lnTo>
                    <a:pt x="3048" y="22021"/>
                  </a:lnTo>
                  <a:lnTo>
                    <a:pt x="3048" y="24600"/>
                  </a:lnTo>
                  <a:cubicBezTo>
                    <a:pt x="2890" y="24627"/>
                    <a:pt x="2769" y="24765"/>
                    <a:pt x="2769" y="24934"/>
                  </a:cubicBezTo>
                  <a:cubicBezTo>
                    <a:pt x="2769" y="25119"/>
                    <a:pt x="2921" y="25270"/>
                    <a:pt x="3106" y="25270"/>
                  </a:cubicBezTo>
                  <a:cubicBezTo>
                    <a:pt x="3293" y="25270"/>
                    <a:pt x="3445" y="25119"/>
                    <a:pt x="3445" y="24934"/>
                  </a:cubicBezTo>
                  <a:cubicBezTo>
                    <a:pt x="3445" y="24765"/>
                    <a:pt x="3324" y="24627"/>
                    <a:pt x="3167" y="24600"/>
                  </a:cubicBezTo>
                  <a:lnTo>
                    <a:pt x="3167" y="21972"/>
                  </a:lnTo>
                  <a:lnTo>
                    <a:pt x="2338" y="21149"/>
                  </a:lnTo>
                  <a:lnTo>
                    <a:pt x="1455" y="21149"/>
                  </a:lnTo>
                  <a:lnTo>
                    <a:pt x="119" y="19821"/>
                  </a:lnTo>
                  <a:lnTo>
                    <a:pt x="119" y="2720"/>
                  </a:lnTo>
                  <a:lnTo>
                    <a:pt x="2750" y="84"/>
                  </a:lnTo>
                  <a:lnTo>
                    <a:pt x="2667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9"/>
            <p:cNvSpPr/>
            <p:nvPr/>
          </p:nvSpPr>
          <p:spPr>
            <a:xfrm>
              <a:off x="2292900" y="1580575"/>
              <a:ext cx="17000" cy="16925"/>
            </a:xfrm>
            <a:custGeom>
              <a:rect b="b" l="l" r="r" t="t"/>
              <a:pathLst>
                <a:path extrusionOk="0" h="677" w="680">
                  <a:moveTo>
                    <a:pt x="340" y="119"/>
                  </a:moveTo>
                  <a:cubicBezTo>
                    <a:pt x="461" y="119"/>
                    <a:pt x="560" y="219"/>
                    <a:pt x="560" y="340"/>
                  </a:cubicBezTo>
                  <a:cubicBezTo>
                    <a:pt x="560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9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7" y="677"/>
                    <a:pt x="679" y="525"/>
                    <a:pt x="679" y="340"/>
                  </a:cubicBezTo>
                  <a:cubicBezTo>
                    <a:pt x="679" y="152"/>
                    <a:pt x="527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9"/>
            <p:cNvSpPr/>
            <p:nvPr/>
          </p:nvSpPr>
          <p:spPr>
            <a:xfrm>
              <a:off x="2080200" y="971125"/>
              <a:ext cx="169300" cy="833775"/>
            </a:xfrm>
            <a:custGeom>
              <a:rect b="b" l="l" r="r" t="t"/>
              <a:pathLst>
                <a:path extrusionOk="0" h="33351" w="6772">
                  <a:moveTo>
                    <a:pt x="6435" y="32792"/>
                  </a:moveTo>
                  <a:cubicBezTo>
                    <a:pt x="6556" y="32792"/>
                    <a:pt x="6656" y="32889"/>
                    <a:pt x="6656" y="33013"/>
                  </a:cubicBezTo>
                  <a:cubicBezTo>
                    <a:pt x="6656" y="33135"/>
                    <a:pt x="6556" y="33231"/>
                    <a:pt x="6435" y="33231"/>
                  </a:cubicBezTo>
                  <a:cubicBezTo>
                    <a:pt x="6313" y="33231"/>
                    <a:pt x="6214" y="33135"/>
                    <a:pt x="6214" y="33013"/>
                  </a:cubicBezTo>
                  <a:cubicBezTo>
                    <a:pt x="6214" y="32889"/>
                    <a:pt x="6313" y="32792"/>
                    <a:pt x="6435" y="32792"/>
                  </a:cubicBezTo>
                  <a:close/>
                  <a:moveTo>
                    <a:pt x="3583" y="1"/>
                  </a:moveTo>
                  <a:lnTo>
                    <a:pt x="3583" y="3012"/>
                  </a:lnTo>
                  <a:lnTo>
                    <a:pt x="0" y="6604"/>
                  </a:lnTo>
                  <a:lnTo>
                    <a:pt x="0" y="24392"/>
                  </a:lnTo>
                  <a:lnTo>
                    <a:pt x="1372" y="25753"/>
                  </a:lnTo>
                  <a:lnTo>
                    <a:pt x="1372" y="28042"/>
                  </a:lnTo>
                  <a:lnTo>
                    <a:pt x="6156" y="32817"/>
                  </a:lnTo>
                  <a:cubicBezTo>
                    <a:pt x="6117" y="32872"/>
                    <a:pt x="6095" y="32939"/>
                    <a:pt x="6095" y="33011"/>
                  </a:cubicBezTo>
                  <a:cubicBezTo>
                    <a:pt x="6095" y="33198"/>
                    <a:pt x="6247" y="33350"/>
                    <a:pt x="6435" y="33350"/>
                  </a:cubicBezTo>
                  <a:cubicBezTo>
                    <a:pt x="6620" y="33350"/>
                    <a:pt x="6772" y="33198"/>
                    <a:pt x="6772" y="33011"/>
                  </a:cubicBezTo>
                  <a:cubicBezTo>
                    <a:pt x="6772" y="32826"/>
                    <a:pt x="6620" y="32674"/>
                    <a:pt x="6435" y="32674"/>
                  </a:cubicBezTo>
                  <a:cubicBezTo>
                    <a:pt x="6363" y="32674"/>
                    <a:pt x="6294" y="32696"/>
                    <a:pt x="6239" y="32734"/>
                  </a:cubicBezTo>
                  <a:lnTo>
                    <a:pt x="1488" y="27992"/>
                  </a:lnTo>
                  <a:lnTo>
                    <a:pt x="1488" y="25703"/>
                  </a:lnTo>
                  <a:lnTo>
                    <a:pt x="116" y="24343"/>
                  </a:lnTo>
                  <a:lnTo>
                    <a:pt x="116" y="6653"/>
                  </a:lnTo>
                  <a:lnTo>
                    <a:pt x="3699" y="3062"/>
                  </a:lnTo>
                  <a:lnTo>
                    <a:pt x="369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9"/>
            <p:cNvSpPr/>
            <p:nvPr/>
          </p:nvSpPr>
          <p:spPr>
            <a:xfrm>
              <a:off x="1955975" y="993200"/>
              <a:ext cx="192700" cy="1086025"/>
            </a:xfrm>
            <a:custGeom>
              <a:rect b="b" l="l" r="r" t="t"/>
              <a:pathLst>
                <a:path extrusionOk="0" h="43441" w="7708">
                  <a:moveTo>
                    <a:pt x="7368" y="42880"/>
                  </a:moveTo>
                  <a:cubicBezTo>
                    <a:pt x="7490" y="42880"/>
                    <a:pt x="7589" y="42979"/>
                    <a:pt x="7589" y="43100"/>
                  </a:cubicBezTo>
                  <a:cubicBezTo>
                    <a:pt x="7589" y="43222"/>
                    <a:pt x="7490" y="43321"/>
                    <a:pt x="7368" y="43321"/>
                  </a:cubicBezTo>
                  <a:cubicBezTo>
                    <a:pt x="7247" y="43321"/>
                    <a:pt x="7147" y="43222"/>
                    <a:pt x="7147" y="43100"/>
                  </a:cubicBezTo>
                  <a:cubicBezTo>
                    <a:pt x="7147" y="42979"/>
                    <a:pt x="7247" y="42880"/>
                    <a:pt x="7368" y="42880"/>
                  </a:cubicBezTo>
                  <a:close/>
                  <a:moveTo>
                    <a:pt x="1149" y="1"/>
                  </a:moveTo>
                  <a:lnTo>
                    <a:pt x="1149" y="4365"/>
                  </a:lnTo>
                  <a:lnTo>
                    <a:pt x="0" y="5519"/>
                  </a:lnTo>
                  <a:lnTo>
                    <a:pt x="0" y="25074"/>
                  </a:lnTo>
                  <a:lnTo>
                    <a:pt x="1372" y="26438"/>
                  </a:lnTo>
                  <a:lnTo>
                    <a:pt x="1372" y="28724"/>
                  </a:lnTo>
                  <a:lnTo>
                    <a:pt x="7310" y="34653"/>
                  </a:lnTo>
                  <a:lnTo>
                    <a:pt x="7310" y="42769"/>
                  </a:lnTo>
                  <a:cubicBezTo>
                    <a:pt x="7150" y="42797"/>
                    <a:pt x="7031" y="42935"/>
                    <a:pt x="7031" y="43100"/>
                  </a:cubicBezTo>
                  <a:cubicBezTo>
                    <a:pt x="7031" y="43288"/>
                    <a:pt x="7183" y="43440"/>
                    <a:pt x="7368" y="43440"/>
                  </a:cubicBezTo>
                  <a:cubicBezTo>
                    <a:pt x="7556" y="43440"/>
                    <a:pt x="7708" y="43288"/>
                    <a:pt x="7708" y="43100"/>
                  </a:cubicBezTo>
                  <a:cubicBezTo>
                    <a:pt x="7708" y="42935"/>
                    <a:pt x="7586" y="42797"/>
                    <a:pt x="7429" y="42769"/>
                  </a:cubicBezTo>
                  <a:lnTo>
                    <a:pt x="7429" y="34604"/>
                  </a:lnTo>
                  <a:lnTo>
                    <a:pt x="1488" y="28674"/>
                  </a:lnTo>
                  <a:lnTo>
                    <a:pt x="1488" y="26388"/>
                  </a:lnTo>
                  <a:lnTo>
                    <a:pt x="116" y="25025"/>
                  </a:lnTo>
                  <a:lnTo>
                    <a:pt x="116" y="5569"/>
                  </a:lnTo>
                  <a:lnTo>
                    <a:pt x="1265" y="4412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9"/>
            <p:cNvSpPr/>
            <p:nvPr/>
          </p:nvSpPr>
          <p:spPr>
            <a:xfrm>
              <a:off x="1979300" y="985825"/>
              <a:ext cx="192700" cy="1116500"/>
            </a:xfrm>
            <a:custGeom>
              <a:rect b="b" l="l" r="r" t="t"/>
              <a:pathLst>
                <a:path extrusionOk="0" h="44660" w="7708">
                  <a:moveTo>
                    <a:pt x="7371" y="44102"/>
                  </a:moveTo>
                  <a:cubicBezTo>
                    <a:pt x="7492" y="44102"/>
                    <a:pt x="7592" y="44202"/>
                    <a:pt x="7592" y="44323"/>
                  </a:cubicBezTo>
                  <a:cubicBezTo>
                    <a:pt x="7592" y="44444"/>
                    <a:pt x="7492" y="44544"/>
                    <a:pt x="7371" y="44544"/>
                  </a:cubicBezTo>
                  <a:cubicBezTo>
                    <a:pt x="7249" y="44544"/>
                    <a:pt x="7150" y="44444"/>
                    <a:pt x="7150" y="44323"/>
                  </a:cubicBezTo>
                  <a:cubicBezTo>
                    <a:pt x="7150" y="44202"/>
                    <a:pt x="7249" y="44102"/>
                    <a:pt x="7371" y="44102"/>
                  </a:cubicBezTo>
                  <a:close/>
                  <a:moveTo>
                    <a:pt x="1149" y="0"/>
                  </a:moveTo>
                  <a:lnTo>
                    <a:pt x="1149" y="4953"/>
                  </a:lnTo>
                  <a:lnTo>
                    <a:pt x="0" y="6109"/>
                  </a:lnTo>
                  <a:lnTo>
                    <a:pt x="0" y="25077"/>
                  </a:lnTo>
                  <a:lnTo>
                    <a:pt x="1372" y="26438"/>
                  </a:lnTo>
                  <a:lnTo>
                    <a:pt x="1372" y="28723"/>
                  </a:lnTo>
                  <a:lnTo>
                    <a:pt x="7310" y="34653"/>
                  </a:lnTo>
                  <a:lnTo>
                    <a:pt x="7310" y="43989"/>
                  </a:lnTo>
                  <a:cubicBezTo>
                    <a:pt x="7153" y="44019"/>
                    <a:pt x="7031" y="44157"/>
                    <a:pt x="7031" y="44323"/>
                  </a:cubicBezTo>
                  <a:cubicBezTo>
                    <a:pt x="7031" y="44511"/>
                    <a:pt x="7183" y="44660"/>
                    <a:pt x="7371" y="44660"/>
                  </a:cubicBezTo>
                  <a:cubicBezTo>
                    <a:pt x="7556" y="44660"/>
                    <a:pt x="7708" y="44508"/>
                    <a:pt x="7708" y="44323"/>
                  </a:cubicBezTo>
                  <a:cubicBezTo>
                    <a:pt x="7708" y="44157"/>
                    <a:pt x="7586" y="44019"/>
                    <a:pt x="7429" y="43989"/>
                  </a:cubicBezTo>
                  <a:lnTo>
                    <a:pt x="7429" y="34603"/>
                  </a:lnTo>
                  <a:lnTo>
                    <a:pt x="1491" y="28677"/>
                  </a:lnTo>
                  <a:lnTo>
                    <a:pt x="1491" y="26388"/>
                  </a:lnTo>
                  <a:lnTo>
                    <a:pt x="119" y="25027"/>
                  </a:lnTo>
                  <a:lnTo>
                    <a:pt x="119" y="6159"/>
                  </a:lnTo>
                  <a:lnTo>
                    <a:pt x="1267" y="5003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9"/>
            <p:cNvSpPr/>
            <p:nvPr/>
          </p:nvSpPr>
          <p:spPr>
            <a:xfrm>
              <a:off x="2002700" y="978500"/>
              <a:ext cx="185725" cy="1052000"/>
            </a:xfrm>
            <a:custGeom>
              <a:rect b="b" l="l" r="r" t="t"/>
              <a:pathLst>
                <a:path extrusionOk="0" h="42080" w="7429">
                  <a:moveTo>
                    <a:pt x="1146" y="1"/>
                  </a:moveTo>
                  <a:lnTo>
                    <a:pt x="1146" y="5541"/>
                  </a:lnTo>
                  <a:lnTo>
                    <a:pt x="0" y="6698"/>
                  </a:lnTo>
                  <a:lnTo>
                    <a:pt x="0" y="25074"/>
                  </a:lnTo>
                  <a:lnTo>
                    <a:pt x="1372" y="26435"/>
                  </a:lnTo>
                  <a:lnTo>
                    <a:pt x="1372" y="28724"/>
                  </a:lnTo>
                  <a:lnTo>
                    <a:pt x="7310" y="34651"/>
                  </a:lnTo>
                  <a:lnTo>
                    <a:pt x="7310" y="42079"/>
                  </a:lnTo>
                  <a:lnTo>
                    <a:pt x="7429" y="42079"/>
                  </a:lnTo>
                  <a:lnTo>
                    <a:pt x="7429" y="34604"/>
                  </a:lnTo>
                  <a:lnTo>
                    <a:pt x="1488" y="28674"/>
                  </a:lnTo>
                  <a:lnTo>
                    <a:pt x="1488" y="26386"/>
                  </a:lnTo>
                  <a:lnTo>
                    <a:pt x="116" y="25025"/>
                  </a:lnTo>
                  <a:lnTo>
                    <a:pt x="116" y="6745"/>
                  </a:lnTo>
                  <a:lnTo>
                    <a:pt x="1264" y="5591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9"/>
            <p:cNvSpPr/>
            <p:nvPr/>
          </p:nvSpPr>
          <p:spPr>
            <a:xfrm>
              <a:off x="2314900" y="1643925"/>
              <a:ext cx="69600" cy="213900"/>
            </a:xfrm>
            <a:custGeom>
              <a:rect b="b" l="l" r="r" t="t"/>
              <a:pathLst>
                <a:path extrusionOk="0" h="8556" w="2784">
                  <a:moveTo>
                    <a:pt x="340" y="7998"/>
                  </a:moveTo>
                  <a:cubicBezTo>
                    <a:pt x="462" y="7998"/>
                    <a:pt x="561" y="8097"/>
                    <a:pt x="561" y="8219"/>
                  </a:cubicBezTo>
                  <a:cubicBezTo>
                    <a:pt x="561" y="8340"/>
                    <a:pt x="462" y="8439"/>
                    <a:pt x="340" y="8439"/>
                  </a:cubicBezTo>
                  <a:cubicBezTo>
                    <a:pt x="219" y="8439"/>
                    <a:pt x="119" y="8340"/>
                    <a:pt x="119" y="8219"/>
                  </a:cubicBezTo>
                  <a:cubicBezTo>
                    <a:pt x="119" y="8097"/>
                    <a:pt x="219" y="7998"/>
                    <a:pt x="340" y="7998"/>
                  </a:cubicBezTo>
                  <a:close/>
                  <a:moveTo>
                    <a:pt x="2667" y="1"/>
                  </a:moveTo>
                  <a:lnTo>
                    <a:pt x="2667" y="5798"/>
                  </a:lnTo>
                  <a:lnTo>
                    <a:pt x="533" y="7940"/>
                  </a:lnTo>
                  <a:cubicBezTo>
                    <a:pt x="478" y="7901"/>
                    <a:pt x="412" y="7879"/>
                    <a:pt x="340" y="7879"/>
                  </a:cubicBezTo>
                  <a:cubicBezTo>
                    <a:pt x="152" y="7879"/>
                    <a:pt x="1" y="8031"/>
                    <a:pt x="1" y="8219"/>
                  </a:cubicBezTo>
                  <a:cubicBezTo>
                    <a:pt x="1" y="8404"/>
                    <a:pt x="152" y="8555"/>
                    <a:pt x="340" y="8555"/>
                  </a:cubicBezTo>
                  <a:cubicBezTo>
                    <a:pt x="525" y="8555"/>
                    <a:pt x="677" y="8404"/>
                    <a:pt x="677" y="8219"/>
                  </a:cubicBezTo>
                  <a:cubicBezTo>
                    <a:pt x="677" y="8147"/>
                    <a:pt x="655" y="8078"/>
                    <a:pt x="616" y="8023"/>
                  </a:cubicBezTo>
                  <a:lnTo>
                    <a:pt x="2783" y="5847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9"/>
            <p:cNvSpPr/>
            <p:nvPr/>
          </p:nvSpPr>
          <p:spPr>
            <a:xfrm>
              <a:off x="2219175" y="942900"/>
              <a:ext cx="620600" cy="657500"/>
            </a:xfrm>
            <a:custGeom>
              <a:rect b="b" l="l" r="r" t="t"/>
              <a:pathLst>
                <a:path extrusionOk="0" h="26300" w="24824">
                  <a:moveTo>
                    <a:pt x="20017" y="0"/>
                  </a:moveTo>
                  <a:lnTo>
                    <a:pt x="19686" y="337"/>
                  </a:lnTo>
                  <a:lnTo>
                    <a:pt x="24354" y="4969"/>
                  </a:lnTo>
                  <a:lnTo>
                    <a:pt x="24354" y="13033"/>
                  </a:lnTo>
                  <a:lnTo>
                    <a:pt x="19965" y="17452"/>
                  </a:lnTo>
                  <a:lnTo>
                    <a:pt x="18068" y="17452"/>
                  </a:lnTo>
                  <a:lnTo>
                    <a:pt x="9756" y="25828"/>
                  </a:lnTo>
                  <a:lnTo>
                    <a:pt x="7976" y="25828"/>
                  </a:lnTo>
                  <a:lnTo>
                    <a:pt x="6910" y="24770"/>
                  </a:lnTo>
                  <a:lnTo>
                    <a:pt x="6910" y="24053"/>
                  </a:lnTo>
                  <a:lnTo>
                    <a:pt x="785" y="17974"/>
                  </a:lnTo>
                  <a:cubicBezTo>
                    <a:pt x="788" y="17955"/>
                    <a:pt x="790" y="17938"/>
                    <a:pt x="790" y="17919"/>
                  </a:cubicBezTo>
                  <a:cubicBezTo>
                    <a:pt x="790" y="17701"/>
                    <a:pt x="614" y="17521"/>
                    <a:pt x="396" y="17521"/>
                  </a:cubicBezTo>
                  <a:cubicBezTo>
                    <a:pt x="177" y="17521"/>
                    <a:pt x="1" y="17701"/>
                    <a:pt x="1" y="17919"/>
                  </a:cubicBezTo>
                  <a:cubicBezTo>
                    <a:pt x="1" y="18137"/>
                    <a:pt x="177" y="18314"/>
                    <a:pt x="396" y="18314"/>
                  </a:cubicBezTo>
                  <a:cubicBezTo>
                    <a:pt x="415" y="18314"/>
                    <a:pt x="434" y="18311"/>
                    <a:pt x="454" y="18308"/>
                  </a:cubicBezTo>
                  <a:lnTo>
                    <a:pt x="6438" y="24249"/>
                  </a:lnTo>
                  <a:lnTo>
                    <a:pt x="6438" y="24966"/>
                  </a:lnTo>
                  <a:lnTo>
                    <a:pt x="7780" y="26300"/>
                  </a:lnTo>
                  <a:lnTo>
                    <a:pt x="9952" y="26300"/>
                  </a:lnTo>
                  <a:lnTo>
                    <a:pt x="18264" y="17924"/>
                  </a:lnTo>
                  <a:lnTo>
                    <a:pt x="20161" y="17924"/>
                  </a:lnTo>
                  <a:lnTo>
                    <a:pt x="24823" y="13226"/>
                  </a:lnTo>
                  <a:lnTo>
                    <a:pt x="24823" y="4773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9"/>
            <p:cNvSpPr/>
            <p:nvPr/>
          </p:nvSpPr>
          <p:spPr>
            <a:xfrm>
              <a:off x="2314900" y="1643925"/>
              <a:ext cx="46275" cy="185800"/>
            </a:xfrm>
            <a:custGeom>
              <a:rect b="b" l="l" r="r" t="t"/>
              <a:pathLst>
                <a:path extrusionOk="0" h="7432" w="1851">
                  <a:moveTo>
                    <a:pt x="340" y="6874"/>
                  </a:moveTo>
                  <a:cubicBezTo>
                    <a:pt x="462" y="6874"/>
                    <a:pt x="561" y="6974"/>
                    <a:pt x="561" y="7095"/>
                  </a:cubicBezTo>
                  <a:cubicBezTo>
                    <a:pt x="561" y="7217"/>
                    <a:pt x="462" y="7316"/>
                    <a:pt x="340" y="7316"/>
                  </a:cubicBezTo>
                  <a:cubicBezTo>
                    <a:pt x="219" y="7316"/>
                    <a:pt x="119" y="7217"/>
                    <a:pt x="119" y="7095"/>
                  </a:cubicBezTo>
                  <a:cubicBezTo>
                    <a:pt x="119" y="6974"/>
                    <a:pt x="219" y="6874"/>
                    <a:pt x="340" y="6874"/>
                  </a:cubicBezTo>
                  <a:close/>
                  <a:moveTo>
                    <a:pt x="1731" y="1"/>
                  </a:moveTo>
                  <a:lnTo>
                    <a:pt x="1731" y="5505"/>
                  </a:lnTo>
                  <a:lnTo>
                    <a:pt x="522" y="6811"/>
                  </a:lnTo>
                  <a:cubicBezTo>
                    <a:pt x="470" y="6775"/>
                    <a:pt x="406" y="6756"/>
                    <a:pt x="340" y="6756"/>
                  </a:cubicBezTo>
                  <a:cubicBezTo>
                    <a:pt x="152" y="6756"/>
                    <a:pt x="1" y="6907"/>
                    <a:pt x="1" y="7095"/>
                  </a:cubicBezTo>
                  <a:cubicBezTo>
                    <a:pt x="1" y="7280"/>
                    <a:pt x="152" y="7432"/>
                    <a:pt x="340" y="7432"/>
                  </a:cubicBezTo>
                  <a:cubicBezTo>
                    <a:pt x="525" y="7432"/>
                    <a:pt x="677" y="7280"/>
                    <a:pt x="677" y="7095"/>
                  </a:cubicBezTo>
                  <a:cubicBezTo>
                    <a:pt x="677" y="7018"/>
                    <a:pt x="652" y="6949"/>
                    <a:pt x="608" y="6891"/>
                  </a:cubicBezTo>
                  <a:lnTo>
                    <a:pt x="1850" y="5552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9"/>
            <p:cNvSpPr/>
            <p:nvPr/>
          </p:nvSpPr>
          <p:spPr>
            <a:xfrm>
              <a:off x="1462050" y="1917500"/>
              <a:ext cx="120650" cy="192425"/>
            </a:xfrm>
            <a:custGeom>
              <a:rect b="b" l="l" r="r" t="t"/>
              <a:pathLst>
                <a:path extrusionOk="0" h="7697" w="4826">
                  <a:moveTo>
                    <a:pt x="329" y="0"/>
                  </a:moveTo>
                  <a:lnTo>
                    <a:pt x="0" y="340"/>
                  </a:lnTo>
                  <a:lnTo>
                    <a:pt x="4196" y="4395"/>
                  </a:lnTo>
                  <a:lnTo>
                    <a:pt x="4196" y="6984"/>
                  </a:lnTo>
                  <a:cubicBezTo>
                    <a:pt x="4100" y="7059"/>
                    <a:pt x="4036" y="7172"/>
                    <a:pt x="4036" y="7302"/>
                  </a:cubicBezTo>
                  <a:cubicBezTo>
                    <a:pt x="4036" y="7520"/>
                    <a:pt x="4213" y="7696"/>
                    <a:pt x="4431" y="7696"/>
                  </a:cubicBezTo>
                  <a:cubicBezTo>
                    <a:pt x="4649" y="7696"/>
                    <a:pt x="4826" y="7520"/>
                    <a:pt x="4826" y="7302"/>
                  </a:cubicBezTo>
                  <a:cubicBezTo>
                    <a:pt x="4826" y="7172"/>
                    <a:pt x="4762" y="7059"/>
                    <a:pt x="4666" y="6987"/>
                  </a:cubicBezTo>
                  <a:lnTo>
                    <a:pt x="4666" y="419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9"/>
            <p:cNvSpPr/>
            <p:nvPr/>
          </p:nvSpPr>
          <p:spPr>
            <a:xfrm>
              <a:off x="2272600" y="978500"/>
              <a:ext cx="44250" cy="418450"/>
            </a:xfrm>
            <a:custGeom>
              <a:rect b="b" l="l" r="r" t="t"/>
              <a:pathLst>
                <a:path extrusionOk="0" h="16738" w="1770">
                  <a:moveTo>
                    <a:pt x="1430" y="16180"/>
                  </a:moveTo>
                  <a:cubicBezTo>
                    <a:pt x="1552" y="16180"/>
                    <a:pt x="1651" y="16280"/>
                    <a:pt x="1651" y="16401"/>
                  </a:cubicBezTo>
                  <a:cubicBezTo>
                    <a:pt x="1651" y="16522"/>
                    <a:pt x="1552" y="16622"/>
                    <a:pt x="1430" y="16622"/>
                  </a:cubicBezTo>
                  <a:cubicBezTo>
                    <a:pt x="1309" y="16622"/>
                    <a:pt x="1210" y="16522"/>
                    <a:pt x="1210" y="16401"/>
                  </a:cubicBezTo>
                  <a:cubicBezTo>
                    <a:pt x="1210" y="16280"/>
                    <a:pt x="1309" y="16180"/>
                    <a:pt x="1430" y="16180"/>
                  </a:cubicBezTo>
                  <a:close/>
                  <a:moveTo>
                    <a:pt x="0" y="1"/>
                  </a:moveTo>
                  <a:lnTo>
                    <a:pt x="0" y="12282"/>
                  </a:lnTo>
                  <a:lnTo>
                    <a:pt x="1372" y="13643"/>
                  </a:lnTo>
                  <a:lnTo>
                    <a:pt x="1372" y="16067"/>
                  </a:lnTo>
                  <a:cubicBezTo>
                    <a:pt x="1212" y="16095"/>
                    <a:pt x="1094" y="16233"/>
                    <a:pt x="1094" y="16401"/>
                  </a:cubicBezTo>
                  <a:cubicBezTo>
                    <a:pt x="1094" y="16586"/>
                    <a:pt x="1245" y="16738"/>
                    <a:pt x="1430" y="16738"/>
                  </a:cubicBezTo>
                  <a:cubicBezTo>
                    <a:pt x="1618" y="16738"/>
                    <a:pt x="1770" y="16586"/>
                    <a:pt x="1770" y="16401"/>
                  </a:cubicBezTo>
                  <a:cubicBezTo>
                    <a:pt x="1770" y="16233"/>
                    <a:pt x="1648" y="16095"/>
                    <a:pt x="1491" y="16067"/>
                  </a:cubicBezTo>
                  <a:lnTo>
                    <a:pt x="1491" y="13596"/>
                  </a:lnTo>
                  <a:lnTo>
                    <a:pt x="119" y="1223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9"/>
            <p:cNvSpPr/>
            <p:nvPr/>
          </p:nvSpPr>
          <p:spPr>
            <a:xfrm>
              <a:off x="1932575" y="993200"/>
              <a:ext cx="192700" cy="1062825"/>
            </a:xfrm>
            <a:custGeom>
              <a:rect b="b" l="l" r="r" t="t"/>
              <a:pathLst>
                <a:path extrusionOk="0" h="42513" w="7708">
                  <a:moveTo>
                    <a:pt x="7371" y="41952"/>
                  </a:moveTo>
                  <a:cubicBezTo>
                    <a:pt x="7492" y="41952"/>
                    <a:pt x="7589" y="42051"/>
                    <a:pt x="7589" y="42173"/>
                  </a:cubicBezTo>
                  <a:cubicBezTo>
                    <a:pt x="7589" y="42294"/>
                    <a:pt x="7492" y="42394"/>
                    <a:pt x="7371" y="42394"/>
                  </a:cubicBezTo>
                  <a:cubicBezTo>
                    <a:pt x="7250" y="42394"/>
                    <a:pt x="7150" y="42294"/>
                    <a:pt x="7150" y="42173"/>
                  </a:cubicBezTo>
                  <a:cubicBezTo>
                    <a:pt x="7150" y="42051"/>
                    <a:pt x="7250" y="41952"/>
                    <a:pt x="7371" y="41952"/>
                  </a:cubicBezTo>
                  <a:close/>
                  <a:moveTo>
                    <a:pt x="1149" y="1"/>
                  </a:moveTo>
                  <a:lnTo>
                    <a:pt x="1149" y="4070"/>
                  </a:lnTo>
                  <a:lnTo>
                    <a:pt x="0" y="5226"/>
                  </a:lnTo>
                  <a:lnTo>
                    <a:pt x="0" y="25370"/>
                  </a:lnTo>
                  <a:lnTo>
                    <a:pt x="1372" y="26731"/>
                  </a:lnTo>
                  <a:lnTo>
                    <a:pt x="1372" y="29019"/>
                  </a:lnTo>
                  <a:lnTo>
                    <a:pt x="7310" y="34946"/>
                  </a:lnTo>
                  <a:lnTo>
                    <a:pt x="7310" y="41839"/>
                  </a:lnTo>
                  <a:cubicBezTo>
                    <a:pt x="7153" y="41869"/>
                    <a:pt x="7031" y="42007"/>
                    <a:pt x="7031" y="42173"/>
                  </a:cubicBezTo>
                  <a:cubicBezTo>
                    <a:pt x="7031" y="42361"/>
                    <a:pt x="7183" y="42512"/>
                    <a:pt x="7371" y="42512"/>
                  </a:cubicBezTo>
                  <a:cubicBezTo>
                    <a:pt x="7556" y="42512"/>
                    <a:pt x="7708" y="42361"/>
                    <a:pt x="7708" y="42173"/>
                  </a:cubicBezTo>
                  <a:cubicBezTo>
                    <a:pt x="7708" y="42007"/>
                    <a:pt x="7586" y="41869"/>
                    <a:pt x="7429" y="41839"/>
                  </a:cubicBezTo>
                  <a:lnTo>
                    <a:pt x="7429" y="34899"/>
                  </a:lnTo>
                  <a:lnTo>
                    <a:pt x="1491" y="28970"/>
                  </a:lnTo>
                  <a:lnTo>
                    <a:pt x="1491" y="26681"/>
                  </a:lnTo>
                  <a:lnTo>
                    <a:pt x="119" y="25320"/>
                  </a:lnTo>
                  <a:lnTo>
                    <a:pt x="119" y="5273"/>
                  </a:lnTo>
                  <a:lnTo>
                    <a:pt x="1265" y="4120"/>
                  </a:lnTo>
                  <a:lnTo>
                    <a:pt x="1265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9"/>
            <p:cNvSpPr/>
            <p:nvPr/>
          </p:nvSpPr>
          <p:spPr>
            <a:xfrm>
              <a:off x="2345275" y="1417575"/>
              <a:ext cx="393450" cy="629950"/>
            </a:xfrm>
            <a:custGeom>
              <a:rect b="b" l="l" r="r" t="t"/>
              <a:pathLst>
                <a:path extrusionOk="0" h="25198" w="15738">
                  <a:moveTo>
                    <a:pt x="15655" y="0"/>
                  </a:moveTo>
                  <a:lnTo>
                    <a:pt x="5731" y="9966"/>
                  </a:lnTo>
                  <a:lnTo>
                    <a:pt x="5714" y="9982"/>
                  </a:lnTo>
                  <a:lnTo>
                    <a:pt x="5714" y="16963"/>
                  </a:lnTo>
                  <a:lnTo>
                    <a:pt x="17" y="22689"/>
                  </a:lnTo>
                  <a:lnTo>
                    <a:pt x="0" y="22705"/>
                  </a:lnTo>
                  <a:lnTo>
                    <a:pt x="0" y="25198"/>
                  </a:lnTo>
                  <a:lnTo>
                    <a:pt x="119" y="25198"/>
                  </a:lnTo>
                  <a:lnTo>
                    <a:pt x="119" y="22752"/>
                  </a:lnTo>
                  <a:lnTo>
                    <a:pt x="5814" y="17030"/>
                  </a:lnTo>
                  <a:lnTo>
                    <a:pt x="5830" y="17013"/>
                  </a:lnTo>
                  <a:lnTo>
                    <a:pt x="5830" y="10029"/>
                  </a:lnTo>
                  <a:lnTo>
                    <a:pt x="15738" y="83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9"/>
            <p:cNvSpPr/>
            <p:nvPr/>
          </p:nvSpPr>
          <p:spPr>
            <a:xfrm>
              <a:off x="2296000" y="978025"/>
              <a:ext cx="44175" cy="442475"/>
            </a:xfrm>
            <a:custGeom>
              <a:rect b="b" l="l" r="r" t="t"/>
              <a:pathLst>
                <a:path extrusionOk="0" h="17699" w="1767">
                  <a:moveTo>
                    <a:pt x="1430" y="17138"/>
                  </a:moveTo>
                  <a:cubicBezTo>
                    <a:pt x="1552" y="17138"/>
                    <a:pt x="1651" y="17237"/>
                    <a:pt x="1651" y="17359"/>
                  </a:cubicBezTo>
                  <a:cubicBezTo>
                    <a:pt x="1651" y="17480"/>
                    <a:pt x="1552" y="17579"/>
                    <a:pt x="1430" y="17579"/>
                  </a:cubicBezTo>
                  <a:cubicBezTo>
                    <a:pt x="1309" y="17579"/>
                    <a:pt x="1209" y="17480"/>
                    <a:pt x="1209" y="17359"/>
                  </a:cubicBezTo>
                  <a:cubicBezTo>
                    <a:pt x="1209" y="17237"/>
                    <a:pt x="1309" y="17138"/>
                    <a:pt x="1430" y="17138"/>
                  </a:cubicBezTo>
                  <a:close/>
                  <a:moveTo>
                    <a:pt x="0" y="1"/>
                  </a:moveTo>
                  <a:lnTo>
                    <a:pt x="0" y="9753"/>
                  </a:lnTo>
                  <a:lnTo>
                    <a:pt x="1372" y="11117"/>
                  </a:lnTo>
                  <a:lnTo>
                    <a:pt x="1372" y="17027"/>
                  </a:lnTo>
                  <a:lnTo>
                    <a:pt x="1369" y="17027"/>
                  </a:lnTo>
                  <a:cubicBezTo>
                    <a:pt x="1212" y="17055"/>
                    <a:pt x="1091" y="17193"/>
                    <a:pt x="1091" y="17359"/>
                  </a:cubicBezTo>
                  <a:cubicBezTo>
                    <a:pt x="1091" y="17546"/>
                    <a:pt x="1242" y="17698"/>
                    <a:pt x="1430" y="17698"/>
                  </a:cubicBezTo>
                  <a:cubicBezTo>
                    <a:pt x="1615" y="17698"/>
                    <a:pt x="1767" y="17546"/>
                    <a:pt x="1767" y="17359"/>
                  </a:cubicBezTo>
                  <a:cubicBezTo>
                    <a:pt x="1767" y="17193"/>
                    <a:pt x="1645" y="17055"/>
                    <a:pt x="1488" y="17027"/>
                  </a:cubicBezTo>
                  <a:lnTo>
                    <a:pt x="1488" y="11067"/>
                  </a:lnTo>
                  <a:lnTo>
                    <a:pt x="116" y="970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9"/>
            <p:cNvSpPr/>
            <p:nvPr/>
          </p:nvSpPr>
          <p:spPr>
            <a:xfrm>
              <a:off x="1459000" y="1041375"/>
              <a:ext cx="299475" cy="684350"/>
            </a:xfrm>
            <a:custGeom>
              <a:rect b="b" l="l" r="r" t="t"/>
              <a:pathLst>
                <a:path extrusionOk="0" h="27374" w="11979">
                  <a:moveTo>
                    <a:pt x="11642" y="26816"/>
                  </a:moveTo>
                  <a:cubicBezTo>
                    <a:pt x="11763" y="26816"/>
                    <a:pt x="11863" y="26916"/>
                    <a:pt x="11863" y="27037"/>
                  </a:cubicBezTo>
                  <a:cubicBezTo>
                    <a:pt x="11863" y="27158"/>
                    <a:pt x="11763" y="27258"/>
                    <a:pt x="11642" y="27258"/>
                  </a:cubicBezTo>
                  <a:cubicBezTo>
                    <a:pt x="11520" y="27258"/>
                    <a:pt x="11421" y="27158"/>
                    <a:pt x="11421" y="27037"/>
                  </a:cubicBezTo>
                  <a:cubicBezTo>
                    <a:pt x="11421" y="26916"/>
                    <a:pt x="11520" y="26816"/>
                    <a:pt x="11642" y="26816"/>
                  </a:cubicBezTo>
                  <a:close/>
                  <a:moveTo>
                    <a:pt x="84" y="1"/>
                  </a:moveTo>
                  <a:lnTo>
                    <a:pt x="1" y="84"/>
                  </a:lnTo>
                  <a:lnTo>
                    <a:pt x="9373" y="9442"/>
                  </a:lnTo>
                  <a:lnTo>
                    <a:pt x="9373" y="24856"/>
                  </a:lnTo>
                  <a:lnTo>
                    <a:pt x="11363" y="26844"/>
                  </a:lnTo>
                  <a:cubicBezTo>
                    <a:pt x="11324" y="26896"/>
                    <a:pt x="11302" y="26965"/>
                    <a:pt x="11302" y="27037"/>
                  </a:cubicBezTo>
                  <a:cubicBezTo>
                    <a:pt x="11302" y="27222"/>
                    <a:pt x="11454" y="27374"/>
                    <a:pt x="11642" y="27374"/>
                  </a:cubicBezTo>
                  <a:cubicBezTo>
                    <a:pt x="11827" y="27374"/>
                    <a:pt x="11979" y="27222"/>
                    <a:pt x="11979" y="27037"/>
                  </a:cubicBezTo>
                  <a:cubicBezTo>
                    <a:pt x="11979" y="26849"/>
                    <a:pt x="11827" y="26697"/>
                    <a:pt x="11642" y="26697"/>
                  </a:cubicBezTo>
                  <a:cubicBezTo>
                    <a:pt x="11567" y="26697"/>
                    <a:pt x="11501" y="26720"/>
                    <a:pt x="11446" y="26758"/>
                  </a:cubicBezTo>
                  <a:lnTo>
                    <a:pt x="9492" y="24807"/>
                  </a:lnTo>
                  <a:lnTo>
                    <a:pt x="9492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9"/>
            <p:cNvSpPr/>
            <p:nvPr/>
          </p:nvSpPr>
          <p:spPr>
            <a:xfrm>
              <a:off x="1479300" y="966925"/>
              <a:ext cx="291325" cy="642025"/>
            </a:xfrm>
            <a:custGeom>
              <a:rect b="b" l="l" r="r" t="t"/>
              <a:pathLst>
                <a:path extrusionOk="0" h="25681" w="11653">
                  <a:moveTo>
                    <a:pt x="326" y="0"/>
                  </a:moveTo>
                  <a:lnTo>
                    <a:pt x="1" y="337"/>
                  </a:lnTo>
                  <a:lnTo>
                    <a:pt x="11020" y="10992"/>
                  </a:lnTo>
                  <a:lnTo>
                    <a:pt x="11020" y="24972"/>
                  </a:lnTo>
                  <a:cubicBezTo>
                    <a:pt x="10924" y="25043"/>
                    <a:pt x="10860" y="25157"/>
                    <a:pt x="10860" y="25286"/>
                  </a:cubicBezTo>
                  <a:cubicBezTo>
                    <a:pt x="10860" y="25504"/>
                    <a:pt x="11037" y="25681"/>
                    <a:pt x="11258" y="25681"/>
                  </a:cubicBezTo>
                  <a:cubicBezTo>
                    <a:pt x="11476" y="25681"/>
                    <a:pt x="11653" y="25504"/>
                    <a:pt x="11653" y="25286"/>
                  </a:cubicBezTo>
                  <a:cubicBezTo>
                    <a:pt x="11653" y="25157"/>
                    <a:pt x="11589" y="25043"/>
                    <a:pt x="11492" y="24972"/>
                  </a:cubicBezTo>
                  <a:lnTo>
                    <a:pt x="11492" y="10794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9"/>
            <p:cNvSpPr/>
            <p:nvPr/>
          </p:nvSpPr>
          <p:spPr>
            <a:xfrm>
              <a:off x="1788750" y="1787275"/>
              <a:ext cx="19775" cy="19825"/>
            </a:xfrm>
            <a:custGeom>
              <a:rect b="b" l="l" r="r" t="t"/>
              <a:pathLst>
                <a:path extrusionOk="0" h="793" w="791">
                  <a:moveTo>
                    <a:pt x="395" y="0"/>
                  </a:moveTo>
                  <a:cubicBezTo>
                    <a:pt x="177" y="0"/>
                    <a:pt x="1" y="177"/>
                    <a:pt x="1" y="395"/>
                  </a:cubicBezTo>
                  <a:cubicBezTo>
                    <a:pt x="1" y="616"/>
                    <a:pt x="177" y="792"/>
                    <a:pt x="395" y="792"/>
                  </a:cubicBezTo>
                  <a:cubicBezTo>
                    <a:pt x="613" y="792"/>
                    <a:pt x="790" y="616"/>
                    <a:pt x="790" y="395"/>
                  </a:cubicBezTo>
                  <a:cubicBezTo>
                    <a:pt x="790" y="177"/>
                    <a:pt x="613" y="0"/>
                    <a:pt x="395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9"/>
            <p:cNvSpPr/>
            <p:nvPr/>
          </p:nvSpPr>
          <p:spPr>
            <a:xfrm>
              <a:off x="1400775" y="1164075"/>
              <a:ext cx="165650" cy="266975"/>
            </a:xfrm>
            <a:custGeom>
              <a:rect b="b" l="l" r="r" t="t"/>
              <a:pathLst>
                <a:path extrusionOk="0" h="10679" w="6626">
                  <a:moveTo>
                    <a:pt x="83" y="1"/>
                  </a:moveTo>
                  <a:lnTo>
                    <a:pt x="0" y="84"/>
                  </a:lnTo>
                  <a:lnTo>
                    <a:pt x="6509" y="6582"/>
                  </a:lnTo>
                  <a:lnTo>
                    <a:pt x="6509" y="10678"/>
                  </a:lnTo>
                  <a:lnTo>
                    <a:pt x="6625" y="10678"/>
                  </a:lnTo>
                  <a:lnTo>
                    <a:pt x="6625" y="653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9"/>
            <p:cNvSpPr/>
            <p:nvPr/>
          </p:nvSpPr>
          <p:spPr>
            <a:xfrm>
              <a:off x="1424150" y="1156700"/>
              <a:ext cx="165675" cy="297675"/>
            </a:xfrm>
            <a:custGeom>
              <a:rect b="b" l="l" r="r" t="t"/>
              <a:pathLst>
                <a:path extrusionOk="0" h="11907" w="6627">
                  <a:moveTo>
                    <a:pt x="84" y="0"/>
                  </a:moveTo>
                  <a:lnTo>
                    <a:pt x="1" y="83"/>
                  </a:lnTo>
                  <a:lnTo>
                    <a:pt x="6507" y="6581"/>
                  </a:lnTo>
                  <a:lnTo>
                    <a:pt x="6507" y="11906"/>
                  </a:lnTo>
                  <a:lnTo>
                    <a:pt x="6626" y="11906"/>
                  </a:lnTo>
                  <a:lnTo>
                    <a:pt x="6626" y="6532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9"/>
            <p:cNvSpPr/>
            <p:nvPr/>
          </p:nvSpPr>
          <p:spPr>
            <a:xfrm>
              <a:off x="1813050" y="1812225"/>
              <a:ext cx="17400" cy="16925"/>
            </a:xfrm>
            <a:custGeom>
              <a:rect b="b" l="l" r="r" t="t"/>
              <a:pathLst>
                <a:path extrusionOk="0" h="677" w="696">
                  <a:moveTo>
                    <a:pt x="355" y="117"/>
                  </a:moveTo>
                  <a:cubicBezTo>
                    <a:pt x="414" y="117"/>
                    <a:pt x="471" y="138"/>
                    <a:pt x="514" y="181"/>
                  </a:cubicBezTo>
                  <a:cubicBezTo>
                    <a:pt x="569" y="236"/>
                    <a:pt x="591" y="316"/>
                    <a:pt x="572" y="393"/>
                  </a:cubicBezTo>
                  <a:cubicBezTo>
                    <a:pt x="552" y="471"/>
                    <a:pt x="489" y="534"/>
                    <a:pt x="414" y="551"/>
                  </a:cubicBezTo>
                  <a:cubicBezTo>
                    <a:pt x="395" y="555"/>
                    <a:pt x="376" y="558"/>
                    <a:pt x="358" y="558"/>
                  </a:cubicBezTo>
                  <a:cubicBezTo>
                    <a:pt x="299" y="558"/>
                    <a:pt x="244" y="535"/>
                    <a:pt x="202" y="493"/>
                  </a:cubicBezTo>
                  <a:cubicBezTo>
                    <a:pt x="160" y="451"/>
                    <a:pt x="136" y="396"/>
                    <a:pt x="136" y="338"/>
                  </a:cubicBezTo>
                  <a:cubicBezTo>
                    <a:pt x="136" y="319"/>
                    <a:pt x="138" y="300"/>
                    <a:pt x="144" y="283"/>
                  </a:cubicBezTo>
                  <a:cubicBezTo>
                    <a:pt x="160" y="206"/>
                    <a:pt x="227" y="142"/>
                    <a:pt x="301" y="123"/>
                  </a:cubicBezTo>
                  <a:cubicBezTo>
                    <a:pt x="319" y="119"/>
                    <a:pt x="337" y="117"/>
                    <a:pt x="355" y="117"/>
                  </a:cubicBezTo>
                  <a:close/>
                  <a:moveTo>
                    <a:pt x="356" y="0"/>
                  </a:moveTo>
                  <a:cubicBezTo>
                    <a:pt x="329" y="0"/>
                    <a:pt x="301" y="3"/>
                    <a:pt x="274" y="10"/>
                  </a:cubicBezTo>
                  <a:cubicBezTo>
                    <a:pt x="155" y="37"/>
                    <a:pt x="58" y="134"/>
                    <a:pt x="28" y="255"/>
                  </a:cubicBezTo>
                  <a:cubicBezTo>
                    <a:pt x="0" y="371"/>
                    <a:pt x="33" y="493"/>
                    <a:pt x="119" y="578"/>
                  </a:cubicBezTo>
                  <a:cubicBezTo>
                    <a:pt x="183" y="642"/>
                    <a:pt x="269" y="676"/>
                    <a:pt x="358" y="676"/>
                  </a:cubicBezTo>
                  <a:cubicBezTo>
                    <a:pt x="385" y="676"/>
                    <a:pt x="412" y="673"/>
                    <a:pt x="439" y="667"/>
                  </a:cubicBezTo>
                  <a:cubicBezTo>
                    <a:pt x="561" y="636"/>
                    <a:pt x="657" y="540"/>
                    <a:pt x="685" y="421"/>
                  </a:cubicBezTo>
                  <a:cubicBezTo>
                    <a:pt x="690" y="393"/>
                    <a:pt x="696" y="366"/>
                    <a:pt x="696" y="338"/>
                  </a:cubicBezTo>
                  <a:cubicBezTo>
                    <a:pt x="696" y="250"/>
                    <a:pt x="660" y="164"/>
                    <a:pt x="597" y="98"/>
                  </a:cubicBezTo>
                  <a:cubicBezTo>
                    <a:pt x="531" y="34"/>
                    <a:pt x="446" y="0"/>
                    <a:pt x="356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9"/>
            <p:cNvSpPr/>
            <p:nvPr/>
          </p:nvSpPr>
          <p:spPr>
            <a:xfrm>
              <a:off x="1889100" y="1038400"/>
              <a:ext cx="16925" cy="16950"/>
            </a:xfrm>
            <a:custGeom>
              <a:rect b="b" l="l" r="r" t="t"/>
              <a:pathLst>
                <a:path extrusionOk="0" h="678" w="677">
                  <a:moveTo>
                    <a:pt x="340" y="117"/>
                  </a:moveTo>
                  <a:cubicBezTo>
                    <a:pt x="461" y="117"/>
                    <a:pt x="561" y="216"/>
                    <a:pt x="561" y="338"/>
                  </a:cubicBezTo>
                  <a:cubicBezTo>
                    <a:pt x="561" y="459"/>
                    <a:pt x="461" y="559"/>
                    <a:pt x="340" y="559"/>
                  </a:cubicBezTo>
                  <a:cubicBezTo>
                    <a:pt x="218" y="559"/>
                    <a:pt x="119" y="459"/>
                    <a:pt x="119" y="338"/>
                  </a:cubicBezTo>
                  <a:cubicBezTo>
                    <a:pt x="119" y="216"/>
                    <a:pt x="218" y="117"/>
                    <a:pt x="340" y="117"/>
                  </a:cubicBezTo>
                  <a:close/>
                  <a:moveTo>
                    <a:pt x="340" y="1"/>
                  </a:moveTo>
                  <a:cubicBezTo>
                    <a:pt x="152" y="1"/>
                    <a:pt x="0" y="153"/>
                    <a:pt x="0" y="338"/>
                  </a:cubicBezTo>
                  <a:cubicBezTo>
                    <a:pt x="0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38"/>
                  </a:cubicBezTo>
                  <a:cubicBezTo>
                    <a:pt x="677" y="153"/>
                    <a:pt x="525" y="1"/>
                    <a:pt x="340" y="1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9"/>
            <p:cNvSpPr/>
            <p:nvPr/>
          </p:nvSpPr>
          <p:spPr>
            <a:xfrm>
              <a:off x="1836850" y="1835650"/>
              <a:ext cx="16925" cy="16925"/>
            </a:xfrm>
            <a:custGeom>
              <a:rect b="b" l="l" r="r" t="t"/>
              <a:pathLst>
                <a:path extrusionOk="0" h="677" w="677">
                  <a:moveTo>
                    <a:pt x="340" y="119"/>
                  </a:moveTo>
                  <a:cubicBezTo>
                    <a:pt x="462" y="119"/>
                    <a:pt x="561" y="218"/>
                    <a:pt x="561" y="340"/>
                  </a:cubicBezTo>
                  <a:cubicBezTo>
                    <a:pt x="561" y="461"/>
                    <a:pt x="462" y="561"/>
                    <a:pt x="340" y="561"/>
                  </a:cubicBezTo>
                  <a:cubicBezTo>
                    <a:pt x="219" y="561"/>
                    <a:pt x="119" y="461"/>
                    <a:pt x="119" y="340"/>
                  </a:cubicBezTo>
                  <a:cubicBezTo>
                    <a:pt x="119" y="218"/>
                    <a:pt x="219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1" y="152"/>
                    <a:pt x="1" y="340"/>
                  </a:cubicBezTo>
                  <a:cubicBezTo>
                    <a:pt x="1" y="525"/>
                    <a:pt x="152" y="677"/>
                    <a:pt x="340" y="677"/>
                  </a:cubicBezTo>
                  <a:cubicBezTo>
                    <a:pt x="525" y="677"/>
                    <a:pt x="677" y="525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9"/>
            <p:cNvSpPr/>
            <p:nvPr/>
          </p:nvSpPr>
          <p:spPr>
            <a:xfrm>
              <a:off x="1889100" y="1068850"/>
              <a:ext cx="16925" cy="17000"/>
            </a:xfrm>
            <a:custGeom>
              <a:rect b="b" l="l" r="r" t="t"/>
              <a:pathLst>
                <a:path extrusionOk="0" h="680" w="677">
                  <a:moveTo>
                    <a:pt x="340" y="119"/>
                  </a:moveTo>
                  <a:cubicBezTo>
                    <a:pt x="461" y="119"/>
                    <a:pt x="561" y="218"/>
                    <a:pt x="561" y="340"/>
                  </a:cubicBezTo>
                  <a:cubicBezTo>
                    <a:pt x="561" y="461"/>
                    <a:pt x="461" y="561"/>
                    <a:pt x="340" y="561"/>
                  </a:cubicBezTo>
                  <a:cubicBezTo>
                    <a:pt x="218" y="561"/>
                    <a:pt x="119" y="461"/>
                    <a:pt x="119" y="340"/>
                  </a:cubicBezTo>
                  <a:cubicBezTo>
                    <a:pt x="119" y="218"/>
                    <a:pt x="218" y="119"/>
                    <a:pt x="340" y="119"/>
                  </a:cubicBezTo>
                  <a:close/>
                  <a:moveTo>
                    <a:pt x="340" y="0"/>
                  </a:moveTo>
                  <a:cubicBezTo>
                    <a:pt x="152" y="0"/>
                    <a:pt x="0" y="152"/>
                    <a:pt x="0" y="340"/>
                  </a:cubicBezTo>
                  <a:cubicBezTo>
                    <a:pt x="0" y="528"/>
                    <a:pt x="152" y="679"/>
                    <a:pt x="340" y="679"/>
                  </a:cubicBezTo>
                  <a:cubicBezTo>
                    <a:pt x="525" y="679"/>
                    <a:pt x="677" y="528"/>
                    <a:pt x="677" y="340"/>
                  </a:cubicBezTo>
                  <a:cubicBezTo>
                    <a:pt x="677" y="152"/>
                    <a:pt x="525" y="0"/>
                    <a:pt x="340" y="0"/>
                  </a:cubicBez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9"/>
            <p:cNvSpPr/>
            <p:nvPr/>
          </p:nvSpPr>
          <p:spPr>
            <a:xfrm>
              <a:off x="1611125" y="977275"/>
              <a:ext cx="373450" cy="868550"/>
            </a:xfrm>
            <a:custGeom>
              <a:rect b="b" l="l" r="r" t="t"/>
              <a:pathLst>
                <a:path extrusionOk="0" h="34742" w="14938">
                  <a:moveTo>
                    <a:pt x="14598" y="34181"/>
                  </a:moveTo>
                  <a:cubicBezTo>
                    <a:pt x="14719" y="34181"/>
                    <a:pt x="14818" y="34280"/>
                    <a:pt x="14818" y="34401"/>
                  </a:cubicBezTo>
                  <a:cubicBezTo>
                    <a:pt x="14818" y="34523"/>
                    <a:pt x="14719" y="34622"/>
                    <a:pt x="14598" y="34622"/>
                  </a:cubicBezTo>
                  <a:cubicBezTo>
                    <a:pt x="14476" y="34622"/>
                    <a:pt x="14377" y="34523"/>
                    <a:pt x="14377" y="34401"/>
                  </a:cubicBezTo>
                  <a:cubicBezTo>
                    <a:pt x="14377" y="34280"/>
                    <a:pt x="14476" y="34181"/>
                    <a:pt x="14598" y="34181"/>
                  </a:cubicBezTo>
                  <a:close/>
                  <a:moveTo>
                    <a:pt x="83" y="0"/>
                  </a:moveTo>
                  <a:lnTo>
                    <a:pt x="0" y="83"/>
                  </a:lnTo>
                  <a:lnTo>
                    <a:pt x="9355" y="9422"/>
                  </a:lnTo>
                  <a:lnTo>
                    <a:pt x="9355" y="29250"/>
                  </a:lnTo>
                  <a:lnTo>
                    <a:pt x="14322" y="34208"/>
                  </a:lnTo>
                  <a:cubicBezTo>
                    <a:pt x="14283" y="34263"/>
                    <a:pt x="14258" y="34330"/>
                    <a:pt x="14258" y="34401"/>
                  </a:cubicBezTo>
                  <a:cubicBezTo>
                    <a:pt x="14258" y="34589"/>
                    <a:pt x="14410" y="34741"/>
                    <a:pt x="14598" y="34741"/>
                  </a:cubicBezTo>
                  <a:cubicBezTo>
                    <a:pt x="14785" y="34741"/>
                    <a:pt x="14937" y="34589"/>
                    <a:pt x="14937" y="34401"/>
                  </a:cubicBezTo>
                  <a:cubicBezTo>
                    <a:pt x="14937" y="34214"/>
                    <a:pt x="14785" y="34062"/>
                    <a:pt x="14598" y="34062"/>
                  </a:cubicBezTo>
                  <a:cubicBezTo>
                    <a:pt x="14526" y="34062"/>
                    <a:pt x="14460" y="34087"/>
                    <a:pt x="14404" y="34125"/>
                  </a:cubicBezTo>
                  <a:lnTo>
                    <a:pt x="9471" y="29201"/>
                  </a:lnTo>
                  <a:lnTo>
                    <a:pt x="9471" y="937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9"/>
            <p:cNvSpPr/>
            <p:nvPr/>
          </p:nvSpPr>
          <p:spPr>
            <a:xfrm>
              <a:off x="1695175" y="963875"/>
              <a:ext cx="377650" cy="901950"/>
            </a:xfrm>
            <a:custGeom>
              <a:rect b="b" l="l" r="r" t="t"/>
              <a:pathLst>
                <a:path extrusionOk="0" h="36078" w="15106">
                  <a:moveTo>
                    <a:pt x="332" y="1"/>
                  </a:moveTo>
                  <a:lnTo>
                    <a:pt x="0" y="335"/>
                  </a:lnTo>
                  <a:lnTo>
                    <a:pt x="3178" y="3490"/>
                  </a:lnTo>
                  <a:lnTo>
                    <a:pt x="7859" y="8136"/>
                  </a:lnTo>
                  <a:lnTo>
                    <a:pt x="7859" y="29215"/>
                  </a:lnTo>
                  <a:lnTo>
                    <a:pt x="14322" y="35628"/>
                  </a:lnTo>
                  <a:cubicBezTo>
                    <a:pt x="14319" y="35647"/>
                    <a:pt x="14316" y="35663"/>
                    <a:pt x="14316" y="35683"/>
                  </a:cubicBezTo>
                  <a:cubicBezTo>
                    <a:pt x="14316" y="35901"/>
                    <a:pt x="14493" y="36078"/>
                    <a:pt x="14711" y="36078"/>
                  </a:cubicBezTo>
                  <a:cubicBezTo>
                    <a:pt x="14929" y="36078"/>
                    <a:pt x="15106" y="35901"/>
                    <a:pt x="15106" y="35683"/>
                  </a:cubicBezTo>
                  <a:cubicBezTo>
                    <a:pt x="15106" y="35465"/>
                    <a:pt x="14929" y="35288"/>
                    <a:pt x="14711" y="35288"/>
                  </a:cubicBezTo>
                  <a:cubicBezTo>
                    <a:pt x="14692" y="35288"/>
                    <a:pt x="14672" y="35291"/>
                    <a:pt x="14653" y="35294"/>
                  </a:cubicBezTo>
                  <a:lnTo>
                    <a:pt x="8332" y="29019"/>
                  </a:lnTo>
                  <a:lnTo>
                    <a:pt x="8332" y="7940"/>
                  </a:lnTo>
                  <a:lnTo>
                    <a:pt x="8263" y="7871"/>
                  </a:lnTo>
                  <a:lnTo>
                    <a:pt x="3294" y="2938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9"/>
            <p:cNvSpPr/>
            <p:nvPr/>
          </p:nvSpPr>
          <p:spPr>
            <a:xfrm>
              <a:off x="1563900" y="991550"/>
              <a:ext cx="348000" cy="843075"/>
            </a:xfrm>
            <a:custGeom>
              <a:rect b="b" l="l" r="r" t="t"/>
              <a:pathLst>
                <a:path extrusionOk="0" h="33723" w="13920">
                  <a:moveTo>
                    <a:pt x="84" y="1"/>
                  </a:moveTo>
                  <a:lnTo>
                    <a:pt x="1" y="83"/>
                  </a:lnTo>
                  <a:lnTo>
                    <a:pt x="9376" y="9442"/>
                  </a:lnTo>
                  <a:lnTo>
                    <a:pt x="9376" y="29270"/>
                  </a:lnTo>
                  <a:lnTo>
                    <a:pt x="13837" y="33723"/>
                  </a:lnTo>
                  <a:lnTo>
                    <a:pt x="13919" y="33640"/>
                  </a:lnTo>
                  <a:lnTo>
                    <a:pt x="9491" y="29220"/>
                  </a:lnTo>
                  <a:lnTo>
                    <a:pt x="9491" y="9392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9"/>
            <p:cNvSpPr/>
            <p:nvPr/>
          </p:nvSpPr>
          <p:spPr>
            <a:xfrm>
              <a:off x="1587225" y="984175"/>
              <a:ext cx="367050" cy="861650"/>
            </a:xfrm>
            <a:custGeom>
              <a:rect b="b" l="l" r="r" t="t"/>
              <a:pathLst>
                <a:path extrusionOk="0" h="34466" w="14682">
                  <a:moveTo>
                    <a:pt x="14344" y="33905"/>
                  </a:moveTo>
                  <a:cubicBezTo>
                    <a:pt x="14466" y="33905"/>
                    <a:pt x="14565" y="34004"/>
                    <a:pt x="14565" y="34125"/>
                  </a:cubicBezTo>
                  <a:cubicBezTo>
                    <a:pt x="14565" y="34247"/>
                    <a:pt x="14466" y="34346"/>
                    <a:pt x="14344" y="34346"/>
                  </a:cubicBezTo>
                  <a:cubicBezTo>
                    <a:pt x="14223" y="34346"/>
                    <a:pt x="14124" y="34247"/>
                    <a:pt x="14124" y="34125"/>
                  </a:cubicBezTo>
                  <a:cubicBezTo>
                    <a:pt x="14124" y="34004"/>
                    <a:pt x="14223" y="33905"/>
                    <a:pt x="14344" y="33905"/>
                  </a:cubicBezTo>
                  <a:close/>
                  <a:moveTo>
                    <a:pt x="87" y="0"/>
                  </a:moveTo>
                  <a:lnTo>
                    <a:pt x="1" y="83"/>
                  </a:lnTo>
                  <a:lnTo>
                    <a:pt x="9376" y="9441"/>
                  </a:lnTo>
                  <a:lnTo>
                    <a:pt x="9376" y="29256"/>
                  </a:lnTo>
                  <a:lnTo>
                    <a:pt x="14066" y="33932"/>
                  </a:lnTo>
                  <a:cubicBezTo>
                    <a:pt x="14027" y="33987"/>
                    <a:pt x="14005" y="34054"/>
                    <a:pt x="14005" y="34125"/>
                  </a:cubicBezTo>
                  <a:cubicBezTo>
                    <a:pt x="14005" y="34313"/>
                    <a:pt x="14157" y="34465"/>
                    <a:pt x="14344" y="34465"/>
                  </a:cubicBezTo>
                  <a:cubicBezTo>
                    <a:pt x="14529" y="34465"/>
                    <a:pt x="14681" y="34313"/>
                    <a:pt x="14681" y="34125"/>
                  </a:cubicBezTo>
                  <a:cubicBezTo>
                    <a:pt x="14681" y="33941"/>
                    <a:pt x="14529" y="33789"/>
                    <a:pt x="14344" y="33789"/>
                  </a:cubicBezTo>
                  <a:cubicBezTo>
                    <a:pt x="14273" y="33789"/>
                    <a:pt x="14204" y="33811"/>
                    <a:pt x="14148" y="33849"/>
                  </a:cubicBezTo>
                  <a:lnTo>
                    <a:pt x="9494" y="29206"/>
                  </a:lnTo>
                  <a:lnTo>
                    <a:pt x="9494" y="939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FFFF">
                <a:alpha val="208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accent3"/>
            </a:gs>
          </a:gsLst>
          <a:lin ang="18900044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DM Sans"/>
              <a:buNone/>
              <a:defRPr b="1" sz="30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COh-WLn4iO4" TargetMode="External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Lit3xq91F-dyMl32cafCuXiRU7MXGk5q/view" TargetMode="External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B01ui-SJrYfqxctVzy5AlQx98k3W6ajd/view" TargetMode="External"/><Relationship Id="rId4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05" name="Shape 4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Google Shape;4106;p40"/>
          <p:cNvSpPr txBox="1"/>
          <p:nvPr>
            <p:ph type="ctrTitle"/>
          </p:nvPr>
        </p:nvSpPr>
        <p:spPr>
          <a:xfrm>
            <a:off x="423975" y="1516700"/>
            <a:ext cx="82413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Simulating </a:t>
            </a:r>
            <a:r>
              <a:rPr lang="en" sz="4000"/>
              <a:t>Generalized Ground Multi-Agent Robotic Search Informed by Graph Neural Networks </a:t>
            </a:r>
            <a:endParaRPr sz="4000"/>
          </a:p>
        </p:txBody>
      </p:sp>
      <p:sp>
        <p:nvSpPr>
          <p:cNvPr id="4107" name="Google Shape;4107;p40"/>
          <p:cNvSpPr txBox="1"/>
          <p:nvPr>
            <p:ph idx="1" type="subTitle"/>
          </p:nvPr>
        </p:nvSpPr>
        <p:spPr>
          <a:xfrm>
            <a:off x="2307675" y="339109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Rishabh Kumaran, Rocco Zhang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5/21/25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Systems Lab - Yilmaz Pd. 1,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11" name="Shape 4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2" name="Google Shape;4112;p41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4113" name="Google Shape;4113;p41"/>
          <p:cNvSpPr txBox="1"/>
          <p:nvPr/>
        </p:nvSpPr>
        <p:spPr>
          <a:xfrm>
            <a:off x="713225" y="1285875"/>
            <a:ext cx="37278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Search and rescue operations can often: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Be slow and tedious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Incur high costs in equipment, time and other resources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Result in failure due to human error or insufficient time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○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Survival rate drops to 20% after 72 hours [1]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114" name="Google Shape;41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150" y="1340075"/>
            <a:ext cx="3101501" cy="2326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15" name="Google Shape;4115;p41"/>
          <p:cNvSpPr txBox="1"/>
          <p:nvPr/>
        </p:nvSpPr>
        <p:spPr>
          <a:xfrm>
            <a:off x="5210600" y="3627316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1. U.S. Coast Guard MH-60 Jayhawk helicopter conducting a mountain rescue. (U.S. Coast Guard, n.d.)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19" name="Shape 4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0" name="Google Shape;4120;p42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4121" name="Google Shape;4121;p42"/>
          <p:cNvSpPr txBox="1"/>
          <p:nvPr/>
        </p:nvSpPr>
        <p:spPr>
          <a:xfrm>
            <a:off x="713225" y="1285875"/>
            <a:ext cx="37278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Multi-agent robotic systems have a wide range of applications: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Warehouse management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Autonomous driving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Terrain search (and rescue)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Typically relies on reinforcement learning (RL), but the RL algorithm, centralization, and communication methods can vary.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descr="Full paper is available here: https://arxiv.org/abs/2111.01777&#10;Graph Neural Networks (GNNs) are a paradigm shifting neural architecture to facilitate the learning of complex multi-agent behaviors. Recent work has demonstrated remarkable performance in tasks such as flocking, multi-agent path planning and cooperative coverage. However, the policies derived through GNN-based learning schemes have not yet been deployed to the real-world on physical multi-robot systems. In this work, we present the design of a system that allows for fully decentralized execution of GNN-based policies. We create a framework based on ROS2 and elaborate its details in this paper. We demonstrate our framework on a case-study that requires tight coordination between robots, and present first- of-a-kind results that show successful real-world deployment of GNN-based policies on a decentralized multi-robot system relying on Adhoc communication." id="4122" name="Google Shape;4122;p42" title="A Framework for Real-World Multi-Robot Systems Running Decentralized GNN-Based Polici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150" y="1665525"/>
            <a:ext cx="3755200" cy="21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3" name="Google Shape;4123;p42"/>
          <p:cNvSpPr txBox="1"/>
          <p:nvPr/>
        </p:nvSpPr>
        <p:spPr>
          <a:xfrm>
            <a:off x="5080450" y="3692149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(Prorok Lab, 2021)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27" name="Shape 4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Google Shape;4128;p43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Solutions</a:t>
            </a:r>
            <a:endParaRPr/>
          </a:p>
        </p:txBody>
      </p:sp>
      <p:sp>
        <p:nvSpPr>
          <p:cNvPr id="4129" name="Google Shape;4129;p43"/>
          <p:cNvSpPr txBox="1"/>
          <p:nvPr/>
        </p:nvSpPr>
        <p:spPr>
          <a:xfrm>
            <a:off x="713225" y="1285875"/>
            <a:ext cx="66996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●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Using an approach based on floodfill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○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Ineffective due to multiple agents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○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More effective in structured environments like a maze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●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Other Reinforcement Learning algorithms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○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Deep Q-Network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■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Requires discrete action space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○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Advantage Actor-Critic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■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Shown to have worse performance than MAPPO [4]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Google Shape;4134;p4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Ours Better?</a:t>
            </a:r>
            <a:endParaRPr/>
          </a:p>
        </p:txBody>
      </p:sp>
      <p:sp>
        <p:nvSpPr>
          <p:cNvPr id="4135" name="Google Shape;4135;p44"/>
          <p:cNvSpPr txBox="1"/>
          <p:nvPr/>
        </p:nvSpPr>
        <p:spPr>
          <a:xfrm>
            <a:off x="713225" y="1285875"/>
            <a:ext cx="66345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●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Ground-based search allows for more thorough search than drones, yet greater speed and accuracy than human teams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●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Utilizing </a:t>
            </a: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multiple</a:t>
            </a: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agents maximizes efficiency and decentralized communication </a:t>
            </a: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reduces</a:t>
            </a: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dependencies and vulnerabilities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●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Multi-agent Reinforcement Learning algorithm enhanced by GNNs should improve performance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sap"/>
              <a:buChar char="●"/>
            </a:pPr>
            <a:r>
              <a:rPr lang="en" sz="18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Algorithm is scalable to any number of robots, any environment dimensions, and any number of obstacles</a:t>
            </a:r>
            <a:endParaRPr sz="18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39" name="Shape 4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0" name="Google Shape;4140;p4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4141" name="Google Shape;4141;p45"/>
          <p:cNvSpPr txBox="1"/>
          <p:nvPr/>
        </p:nvSpPr>
        <p:spPr>
          <a:xfrm>
            <a:off x="713225" y="1285875"/>
            <a:ext cx="62997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Improvement in search and rescue missions that could save lives in the aftermath of a natural disaster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Other possible applications such as locating object in inventory or organization for convenience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Improves the current field of research of coordinating multiple robots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45" name="Shape 4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6" name="Google Shape;4146;p4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Reinforcement Learning </a:t>
            </a:r>
            <a:endParaRPr/>
          </a:p>
        </p:txBody>
      </p:sp>
      <p:sp>
        <p:nvSpPr>
          <p:cNvPr id="4147" name="Google Shape;4147;p46"/>
          <p:cNvSpPr txBox="1"/>
          <p:nvPr/>
        </p:nvSpPr>
        <p:spPr>
          <a:xfrm>
            <a:off x="713225" y="1285875"/>
            <a:ext cx="69183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Agents interact with environment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through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actions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Actions result in reward/punishment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Actions are determined by rewards and current observations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Optical camera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LiDAR scanner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Shared messages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Policy determines what action should be taken at each time step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51" name="Shape 4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2" name="Google Shape;4152;p4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MARL</a:t>
            </a:r>
            <a:endParaRPr/>
          </a:p>
        </p:txBody>
      </p:sp>
      <p:sp>
        <p:nvSpPr>
          <p:cNvPr id="4153" name="Google Shape;4153;p47"/>
          <p:cNvSpPr txBox="1"/>
          <p:nvPr/>
        </p:nvSpPr>
        <p:spPr>
          <a:xfrm>
            <a:off x="713225" y="1285875"/>
            <a:ext cx="72507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Multi-Agent Reinforcement Learning adds another layer of complexity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Cooperation vs Competition (in this case, cooperation)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MARL encourages coordinated behaviors through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Interactions between agents (messages)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Individual vs global rewards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Multiple different approaches for training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p48"/>
          <p:cNvSpPr/>
          <p:nvPr/>
        </p:nvSpPr>
        <p:spPr>
          <a:xfrm>
            <a:off x="5304847" y="2020650"/>
            <a:ext cx="3707100" cy="1851900"/>
          </a:xfrm>
          <a:prstGeom prst="roundRect">
            <a:avLst>
              <a:gd fmla="val 21629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159" name="Google Shape;4159;p48" title="mappo_framework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041" y="2016600"/>
            <a:ext cx="3741900" cy="1851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0" name="Google Shape;4160;p48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MAPPO</a:t>
            </a:r>
            <a:endParaRPr/>
          </a:p>
        </p:txBody>
      </p:sp>
      <p:sp>
        <p:nvSpPr>
          <p:cNvPr id="4161" name="Google Shape;4161;p48"/>
          <p:cNvSpPr txBox="1"/>
          <p:nvPr/>
        </p:nvSpPr>
        <p:spPr>
          <a:xfrm>
            <a:off x="713225" y="1285875"/>
            <a:ext cx="44952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MAPPO - Multi-Agent Proximal Policy Optimization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Centralized training with decentralized execution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○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Each agent has individual policy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○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Shared critic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The critic estimates average total reward for an agent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○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Used to compute advantage, determining how good an action was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162" name="Google Shape;4162;p48"/>
          <p:cNvSpPr txBox="1"/>
          <p:nvPr/>
        </p:nvSpPr>
        <p:spPr>
          <a:xfrm>
            <a:off x="5571691" y="3745616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2. Diagram of MAPPO training architecture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66" name="Shape 4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" name="Google Shape;4167;p49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GNNs</a:t>
            </a:r>
            <a:endParaRPr/>
          </a:p>
        </p:txBody>
      </p:sp>
      <p:sp>
        <p:nvSpPr>
          <p:cNvPr id="4168" name="Google Shape;4168;p49"/>
          <p:cNvSpPr txBox="1"/>
          <p:nvPr/>
        </p:nvSpPr>
        <p:spPr>
          <a:xfrm>
            <a:off x="713225" y="1285875"/>
            <a:ext cx="65589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graph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represents the relationship between agents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Nodes represent the agents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Edges represent communication links,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determined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by the communication range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Node features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include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the observations (position, LiDAR etc.)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GNN updates each node’s features based on the neighbors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One shared GNN policy computes actions for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each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agent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72" name="Shape 4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3" name="Google Shape;4173;p50"/>
          <p:cNvSpPr txBox="1"/>
          <p:nvPr>
            <p:ph type="title"/>
          </p:nvPr>
        </p:nvSpPr>
        <p:spPr>
          <a:xfrm>
            <a:off x="139750" y="159235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YOLOv11</a:t>
            </a:r>
            <a:endParaRPr/>
          </a:p>
        </p:txBody>
      </p:sp>
      <p:sp>
        <p:nvSpPr>
          <p:cNvPr id="4174" name="Google Shape;4174;p50"/>
          <p:cNvSpPr txBox="1"/>
          <p:nvPr/>
        </p:nvSpPr>
        <p:spPr>
          <a:xfrm>
            <a:off x="-1" y="1000675"/>
            <a:ext cx="23886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Fast, real-time object detection model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Relies on CNN backbone to process image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Predicts bounding box, objectness score, and class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probabilities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175" name="Google Shape;417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275" y="830675"/>
            <a:ext cx="6266726" cy="3777951"/>
          </a:xfrm>
          <a:prstGeom prst="rect">
            <a:avLst/>
          </a:prstGeom>
          <a:noFill/>
          <a:ln>
            <a:noFill/>
          </a:ln>
        </p:spPr>
      </p:pic>
      <p:sp>
        <p:nvSpPr>
          <p:cNvPr id="4176" name="Google Shape;4176;p50"/>
          <p:cNvSpPr txBox="1"/>
          <p:nvPr/>
        </p:nvSpPr>
        <p:spPr>
          <a:xfrm>
            <a:off x="3309287" y="4511575"/>
            <a:ext cx="486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3. In-depth diagram depicting the </a:t>
            </a: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architecture</a:t>
            </a: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of YOLOv11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80" name="Shape 4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1" name="Google Shape;4181;p51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</a:t>
            </a:r>
            <a:r>
              <a:rPr lang="en"/>
              <a:t>Environment</a:t>
            </a:r>
            <a:r>
              <a:rPr lang="en"/>
              <a:t> Simulation</a:t>
            </a:r>
            <a:endParaRPr/>
          </a:p>
        </p:txBody>
      </p:sp>
      <p:sp>
        <p:nvSpPr>
          <p:cNvPr id="4182" name="Google Shape;4182;p51"/>
          <p:cNvSpPr txBox="1"/>
          <p:nvPr/>
        </p:nvSpPr>
        <p:spPr>
          <a:xfrm>
            <a:off x="259400" y="1172250"/>
            <a:ext cx="55758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Implemented through the Petting Zoo library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Rendered using the Pygame library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Treated as 2D plane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Other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parameters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include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# of agents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LiDAR radius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Optical camera radius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Success range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# of obstacles and dimensions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○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Dimensions of the environment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183" name="Google Shape;4183;p51"/>
          <p:cNvSpPr txBox="1"/>
          <p:nvPr/>
        </p:nvSpPr>
        <p:spPr>
          <a:xfrm>
            <a:off x="5731700" y="4301616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4. Example of how the environment looks after rendering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184" name="Google Shape;4184;p51"/>
          <p:cNvPicPr preferRelativeResize="0"/>
          <p:nvPr/>
        </p:nvPicPr>
        <p:blipFill rotWithShape="1">
          <a:blip r:embed="rId3">
            <a:alphaModFix/>
          </a:blip>
          <a:srcRect b="0" l="0" r="0" t="3035"/>
          <a:stretch/>
        </p:blipFill>
        <p:spPr>
          <a:xfrm>
            <a:off x="5823050" y="1372325"/>
            <a:ext cx="2967276" cy="298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188" name="Shape 4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9" name="Google Shape;4189;p52" title="robot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499" y="2030875"/>
            <a:ext cx="3434601" cy="2691671"/>
          </a:xfrm>
          <a:prstGeom prst="rect">
            <a:avLst/>
          </a:prstGeom>
          <a:noFill/>
          <a:ln>
            <a:noFill/>
          </a:ln>
        </p:spPr>
      </p:pic>
      <p:sp>
        <p:nvSpPr>
          <p:cNvPr id="4190" name="Google Shape;4190;p52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Agent (HiWonder JetAuto)</a:t>
            </a:r>
            <a:endParaRPr/>
          </a:p>
        </p:txBody>
      </p:sp>
      <p:sp>
        <p:nvSpPr>
          <p:cNvPr id="4191" name="Google Shape;4191;p52"/>
          <p:cNvSpPr/>
          <p:nvPr/>
        </p:nvSpPr>
        <p:spPr>
          <a:xfrm>
            <a:off x="4669125" y="3212625"/>
            <a:ext cx="374400" cy="31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92" name="Google Shape;4192;p52"/>
          <p:cNvSpPr/>
          <p:nvPr/>
        </p:nvSpPr>
        <p:spPr>
          <a:xfrm>
            <a:off x="3313500" y="2270000"/>
            <a:ext cx="1518000" cy="801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93" name="Google Shape;4193;p52"/>
          <p:cNvSpPr/>
          <p:nvPr/>
        </p:nvSpPr>
        <p:spPr>
          <a:xfrm>
            <a:off x="3313500" y="3134000"/>
            <a:ext cx="781200" cy="50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94" name="Google Shape;4194;p52"/>
          <p:cNvSpPr/>
          <p:nvPr/>
        </p:nvSpPr>
        <p:spPr>
          <a:xfrm>
            <a:off x="2592000" y="3486150"/>
            <a:ext cx="616500" cy="97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195" name="Google Shape;4195;p52"/>
          <p:cNvCxnSpPr>
            <a:stCxn id="4194" idx="1"/>
          </p:cNvCxnSpPr>
          <p:nvPr/>
        </p:nvCxnSpPr>
        <p:spPr>
          <a:xfrm rot="10800000">
            <a:off x="2193600" y="3911550"/>
            <a:ext cx="398400" cy="6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6" name="Google Shape;4196;p52"/>
          <p:cNvCxnSpPr>
            <a:stCxn id="4192" idx="0"/>
          </p:cNvCxnSpPr>
          <p:nvPr/>
        </p:nvCxnSpPr>
        <p:spPr>
          <a:xfrm flipH="1" rot="10800000">
            <a:off x="4072500" y="1813100"/>
            <a:ext cx="615000" cy="456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7" name="Google Shape;4197;p52"/>
          <p:cNvCxnSpPr>
            <a:stCxn id="4193" idx="1"/>
          </p:cNvCxnSpPr>
          <p:nvPr/>
        </p:nvCxnSpPr>
        <p:spPr>
          <a:xfrm rot="10800000">
            <a:off x="2474400" y="2604050"/>
            <a:ext cx="839100" cy="78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8" name="Google Shape;4198;p52"/>
          <p:cNvCxnSpPr>
            <a:stCxn id="4191" idx="3"/>
          </p:cNvCxnSpPr>
          <p:nvPr/>
        </p:nvCxnSpPr>
        <p:spPr>
          <a:xfrm flipH="1" rot="10800000">
            <a:off x="5043525" y="2947125"/>
            <a:ext cx="1175400" cy="42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9" name="Google Shape;4199;p52"/>
          <p:cNvSpPr txBox="1"/>
          <p:nvPr/>
        </p:nvSpPr>
        <p:spPr>
          <a:xfrm>
            <a:off x="619294" y="3362839"/>
            <a:ext cx="212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Mecanum Wheel Drive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omnidirectional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00" name="Google Shape;4200;p52"/>
          <p:cNvSpPr txBox="1"/>
          <p:nvPr/>
        </p:nvSpPr>
        <p:spPr>
          <a:xfrm>
            <a:off x="696450" y="1804850"/>
            <a:ext cx="283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360</a:t>
            </a:r>
            <a:r>
              <a:rPr baseline="30000"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</a:t>
            </a: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LiDAR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distance sensor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obstacle avoidance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01" name="Google Shape;4201;p52"/>
          <p:cNvSpPr txBox="1"/>
          <p:nvPr/>
        </p:nvSpPr>
        <p:spPr>
          <a:xfrm>
            <a:off x="3727622" y="1036389"/>
            <a:ext cx="283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Stereo (</a:t>
            </a: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Depth</a:t>
            </a: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) </a:t>
            </a: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Camera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target detection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target localization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02" name="Google Shape;4202;p52"/>
          <p:cNvSpPr txBox="1"/>
          <p:nvPr/>
        </p:nvSpPr>
        <p:spPr>
          <a:xfrm>
            <a:off x="6082449" y="2311833"/>
            <a:ext cx="296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On-board Computer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NVIDIA Jetson Nano (GPU)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ARM Cortex-A57 (CPU)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</a:pPr>
            <a:r>
              <a:rPr lang="en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Wireless transmitter/receiver</a:t>
            </a:r>
            <a:endParaRPr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03" name="Google Shape;4203;p52"/>
          <p:cNvSpPr txBox="1"/>
          <p:nvPr/>
        </p:nvSpPr>
        <p:spPr>
          <a:xfrm>
            <a:off x="2479200" y="4504691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5. Capabilities of HiWonder JetAuto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07" name="Shape 4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" name="Google Shape;4208;p53"/>
          <p:cNvSpPr txBox="1"/>
          <p:nvPr>
            <p:ph type="title"/>
          </p:nvPr>
        </p:nvSpPr>
        <p:spPr>
          <a:xfrm>
            <a:off x="159425" y="119885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- Systems Architecture</a:t>
            </a:r>
            <a:endParaRPr/>
          </a:p>
        </p:txBody>
      </p:sp>
      <p:sp>
        <p:nvSpPr>
          <p:cNvPr id="4209" name="Google Shape;4209;p53"/>
          <p:cNvSpPr/>
          <p:nvPr/>
        </p:nvSpPr>
        <p:spPr>
          <a:xfrm>
            <a:off x="2661725" y="1680475"/>
            <a:ext cx="3261000" cy="3102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10" name="Google Shape;4210;p53"/>
          <p:cNvSpPr/>
          <p:nvPr/>
        </p:nvSpPr>
        <p:spPr>
          <a:xfrm>
            <a:off x="2661732" y="2396750"/>
            <a:ext cx="2227800" cy="17394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11" name="Google Shape;4211;p53"/>
          <p:cNvSpPr/>
          <p:nvPr/>
        </p:nvSpPr>
        <p:spPr>
          <a:xfrm>
            <a:off x="2720740" y="3224943"/>
            <a:ext cx="1033500" cy="5856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GNN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2" name="Google Shape;4212;p53"/>
          <p:cNvSpPr/>
          <p:nvPr/>
        </p:nvSpPr>
        <p:spPr>
          <a:xfrm>
            <a:off x="3288350" y="2468425"/>
            <a:ext cx="1161900" cy="5856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MARL Framework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3" name="Google Shape;4213;p53"/>
          <p:cNvSpPr/>
          <p:nvPr/>
        </p:nvSpPr>
        <p:spPr>
          <a:xfrm>
            <a:off x="3805026" y="3224943"/>
            <a:ext cx="1033500" cy="5856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YOLOv11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4" name="Google Shape;4214;p53"/>
          <p:cNvSpPr/>
          <p:nvPr/>
        </p:nvSpPr>
        <p:spPr>
          <a:xfrm>
            <a:off x="2374771" y="1600265"/>
            <a:ext cx="1033500" cy="5856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38100">
            <a:solidFill>
              <a:srgbClr val="4C1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Neighbor Message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(Transmitter)</a:t>
            </a:r>
            <a:endParaRPr sz="8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5" name="Google Shape;4215;p53"/>
          <p:cNvSpPr/>
          <p:nvPr/>
        </p:nvSpPr>
        <p:spPr>
          <a:xfrm>
            <a:off x="4945100" y="3586975"/>
            <a:ext cx="977700" cy="5487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3810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LiDAR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6" name="Google Shape;4216;p53"/>
          <p:cNvSpPr/>
          <p:nvPr/>
        </p:nvSpPr>
        <p:spPr>
          <a:xfrm>
            <a:off x="4902724" y="2213975"/>
            <a:ext cx="977700" cy="5754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3810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Depth Camera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7" name="Google Shape;4217;p53"/>
          <p:cNvSpPr/>
          <p:nvPr/>
        </p:nvSpPr>
        <p:spPr>
          <a:xfrm>
            <a:off x="6748997" y="1429226"/>
            <a:ext cx="1458000" cy="34854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Environment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8" name="Google Shape;4218;p53"/>
          <p:cNvSpPr/>
          <p:nvPr/>
        </p:nvSpPr>
        <p:spPr>
          <a:xfrm>
            <a:off x="380925" y="3983361"/>
            <a:ext cx="1287000" cy="6471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381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Agent 1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9" name="Google Shape;4219;p53"/>
          <p:cNvSpPr/>
          <p:nvPr/>
        </p:nvSpPr>
        <p:spPr>
          <a:xfrm>
            <a:off x="380925" y="3255854"/>
            <a:ext cx="1287000" cy="6471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381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Agent 2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20" name="Google Shape;4220;p53"/>
          <p:cNvSpPr/>
          <p:nvPr/>
        </p:nvSpPr>
        <p:spPr>
          <a:xfrm>
            <a:off x="380925" y="1528076"/>
            <a:ext cx="1287000" cy="6471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381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Agent N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21" name="Google Shape;4221;p53"/>
          <p:cNvSpPr txBox="1"/>
          <p:nvPr/>
        </p:nvSpPr>
        <p:spPr>
          <a:xfrm>
            <a:off x="851482" y="2256936"/>
            <a:ext cx="3573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9191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b="1" sz="2200">
              <a:solidFill>
                <a:srgbClr val="19191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9191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 b="1" sz="2200">
              <a:solidFill>
                <a:srgbClr val="19191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9191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222" name="Google Shape;4222;p53"/>
          <p:cNvCxnSpPr>
            <a:stCxn id="4217" idx="1"/>
            <a:endCxn id="4215" idx="3"/>
          </p:cNvCxnSpPr>
          <p:nvPr/>
        </p:nvCxnSpPr>
        <p:spPr>
          <a:xfrm flipH="1">
            <a:off x="5922797" y="3171926"/>
            <a:ext cx="826200" cy="689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3" name="Google Shape;4223;p53"/>
          <p:cNvCxnSpPr>
            <a:stCxn id="4216" idx="3"/>
            <a:endCxn id="4217" idx="1"/>
          </p:cNvCxnSpPr>
          <p:nvPr/>
        </p:nvCxnSpPr>
        <p:spPr>
          <a:xfrm>
            <a:off x="5880424" y="2501675"/>
            <a:ext cx="868500" cy="670200"/>
          </a:xfrm>
          <a:prstGeom prst="curvedConnector3">
            <a:avLst>
              <a:gd fmla="val 50004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4" name="Google Shape;4224;p53"/>
          <p:cNvCxnSpPr>
            <a:stCxn id="4214" idx="1"/>
            <a:endCxn id="4218" idx="3"/>
          </p:cNvCxnSpPr>
          <p:nvPr/>
        </p:nvCxnSpPr>
        <p:spPr>
          <a:xfrm flipH="1">
            <a:off x="1667971" y="1893065"/>
            <a:ext cx="706800" cy="24138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5" name="Google Shape;4225;p53"/>
          <p:cNvCxnSpPr>
            <a:stCxn id="4214" idx="1"/>
            <a:endCxn id="4220" idx="3"/>
          </p:cNvCxnSpPr>
          <p:nvPr/>
        </p:nvCxnSpPr>
        <p:spPr>
          <a:xfrm rot="10800000">
            <a:off x="1667971" y="1851665"/>
            <a:ext cx="706800" cy="414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6" name="Google Shape;4226;p53"/>
          <p:cNvCxnSpPr>
            <a:stCxn id="4218" idx="3"/>
            <a:endCxn id="4211" idx="1"/>
          </p:cNvCxnSpPr>
          <p:nvPr/>
        </p:nvCxnSpPr>
        <p:spPr>
          <a:xfrm flipH="1" rot="10800000">
            <a:off x="1667925" y="3517611"/>
            <a:ext cx="1052700" cy="7893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7" name="Google Shape;4227;p53"/>
          <p:cNvCxnSpPr>
            <a:stCxn id="4219" idx="3"/>
            <a:endCxn id="4211" idx="1"/>
          </p:cNvCxnSpPr>
          <p:nvPr/>
        </p:nvCxnSpPr>
        <p:spPr>
          <a:xfrm flipH="1" rot="10800000">
            <a:off x="1667925" y="3517604"/>
            <a:ext cx="1052700" cy="618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8" name="Google Shape;4228;p53"/>
          <p:cNvCxnSpPr>
            <a:stCxn id="4220" idx="3"/>
            <a:endCxn id="4211" idx="1"/>
          </p:cNvCxnSpPr>
          <p:nvPr/>
        </p:nvCxnSpPr>
        <p:spPr>
          <a:xfrm>
            <a:off x="1667925" y="1851626"/>
            <a:ext cx="1052700" cy="16662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9" name="Google Shape;4229;p53"/>
          <p:cNvCxnSpPr>
            <a:stCxn id="4219" idx="3"/>
            <a:endCxn id="4214" idx="1"/>
          </p:cNvCxnSpPr>
          <p:nvPr/>
        </p:nvCxnSpPr>
        <p:spPr>
          <a:xfrm flipH="1" rot="10800000">
            <a:off x="1667925" y="1893104"/>
            <a:ext cx="706800" cy="16863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0" name="Google Shape;4230;p53"/>
          <p:cNvCxnSpPr>
            <a:stCxn id="4211" idx="2"/>
            <a:endCxn id="4215" idx="2"/>
          </p:cNvCxnSpPr>
          <p:nvPr/>
        </p:nvCxnSpPr>
        <p:spPr>
          <a:xfrm flipH="1" rot="-5400000">
            <a:off x="4173190" y="2874843"/>
            <a:ext cx="325200" cy="2196600"/>
          </a:xfrm>
          <a:prstGeom prst="curvedConnector3">
            <a:avLst>
              <a:gd fmla="val 173203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1" name="Google Shape;4231;p53"/>
          <p:cNvCxnSpPr>
            <a:stCxn id="4216" idx="2"/>
            <a:endCxn id="4213" idx="3"/>
          </p:cNvCxnSpPr>
          <p:nvPr/>
        </p:nvCxnSpPr>
        <p:spPr>
          <a:xfrm rot="5400000">
            <a:off x="4750924" y="2877125"/>
            <a:ext cx="728400" cy="552900"/>
          </a:xfrm>
          <a:prstGeom prst="curvedConnector2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2" name="Google Shape;4232;p53"/>
          <p:cNvCxnSpPr>
            <a:stCxn id="4211" idx="0"/>
            <a:endCxn id="4212" idx="2"/>
          </p:cNvCxnSpPr>
          <p:nvPr/>
        </p:nvCxnSpPr>
        <p:spPr>
          <a:xfrm rot="-5400000">
            <a:off x="3467890" y="2823543"/>
            <a:ext cx="171000" cy="631800"/>
          </a:xfrm>
          <a:prstGeom prst="curvedConnector3">
            <a:avLst>
              <a:gd fmla="val 49976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53"/>
          <p:cNvCxnSpPr>
            <a:stCxn id="4213" idx="0"/>
            <a:endCxn id="4212" idx="2"/>
          </p:cNvCxnSpPr>
          <p:nvPr/>
        </p:nvCxnSpPr>
        <p:spPr>
          <a:xfrm flipH="1" rot="5400000">
            <a:off x="4010076" y="2913243"/>
            <a:ext cx="171000" cy="452400"/>
          </a:xfrm>
          <a:prstGeom prst="curvedConnector3">
            <a:avLst>
              <a:gd fmla="val 49976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4" name="Google Shape;4234;p53"/>
          <p:cNvCxnSpPr>
            <a:stCxn id="4212" idx="0"/>
            <a:endCxn id="4235" idx="2"/>
          </p:cNvCxnSpPr>
          <p:nvPr/>
        </p:nvCxnSpPr>
        <p:spPr>
          <a:xfrm rot="-5400000">
            <a:off x="4301000" y="930625"/>
            <a:ext cx="1106100" cy="19695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6" name="Google Shape;4236;p53"/>
          <p:cNvCxnSpPr>
            <a:stCxn id="4235" idx="3"/>
            <a:endCxn id="4217" idx="0"/>
          </p:cNvCxnSpPr>
          <p:nvPr/>
        </p:nvCxnSpPr>
        <p:spPr>
          <a:xfrm>
            <a:off x="6355501" y="1069549"/>
            <a:ext cx="1122600" cy="359700"/>
          </a:xfrm>
          <a:prstGeom prst="curvedConnector2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7" name="Google Shape;4237;p53"/>
          <p:cNvCxnSpPr>
            <a:stCxn id="4212" idx="0"/>
            <a:endCxn id="4214" idx="3"/>
          </p:cNvCxnSpPr>
          <p:nvPr/>
        </p:nvCxnSpPr>
        <p:spPr>
          <a:xfrm flipH="1" rot="5400000">
            <a:off x="3351050" y="1950175"/>
            <a:ext cx="575400" cy="461100"/>
          </a:xfrm>
          <a:prstGeom prst="curvedConnector2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8" name="Google Shape;4238;p53"/>
          <p:cNvSpPr txBox="1"/>
          <p:nvPr/>
        </p:nvSpPr>
        <p:spPr>
          <a:xfrm>
            <a:off x="3656222" y="4334775"/>
            <a:ext cx="1458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Robot</a:t>
            </a:r>
            <a:endParaRPr b="1" sz="2300">
              <a:solidFill>
                <a:srgbClr val="66666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39" name="Google Shape;4239;p53"/>
          <p:cNvSpPr txBox="1"/>
          <p:nvPr/>
        </p:nvSpPr>
        <p:spPr>
          <a:xfrm>
            <a:off x="2818090" y="3810475"/>
            <a:ext cx="164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Jetson Nano</a:t>
            </a:r>
            <a:endParaRPr b="1" sz="1600">
              <a:solidFill>
                <a:srgbClr val="66666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35" name="Google Shape;4235;p53"/>
          <p:cNvSpPr/>
          <p:nvPr/>
        </p:nvSpPr>
        <p:spPr>
          <a:xfrm>
            <a:off x="5322001" y="776749"/>
            <a:ext cx="1033500" cy="5856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38100">
            <a:solidFill>
              <a:srgbClr val="4C1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Drive Direction</a:t>
            </a:r>
            <a:endParaRPr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(Omni-drivet</a:t>
            </a:r>
            <a:r>
              <a:rPr lang="en" sz="7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rain)</a:t>
            </a:r>
            <a:endParaRPr sz="7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43" name="Shape 4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4" name="Google Shape;4244;p5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- RL Model</a:t>
            </a:r>
            <a:endParaRPr/>
          </a:p>
        </p:txBody>
      </p:sp>
      <p:pic>
        <p:nvPicPr>
          <p:cNvPr id="4245" name="Google Shape;4245;p54" title="rz1_tes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50" y="1005935"/>
            <a:ext cx="6976426" cy="3924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49" name="Shape 4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0" name="Google Shape;4250;p5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- YOLO Model</a:t>
            </a:r>
            <a:endParaRPr/>
          </a:p>
        </p:txBody>
      </p:sp>
      <p:pic>
        <p:nvPicPr>
          <p:cNvPr id="4251" name="Google Shape;4251;p55" title="YOLOv8 Detection 2025-02-10 23-25-1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5050" y="1145250"/>
            <a:ext cx="4493875" cy="37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55" name="Shape 4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6" name="Google Shape;4256;p5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4257" name="Google Shape;4257;p56"/>
          <p:cNvSpPr txBox="1"/>
          <p:nvPr/>
        </p:nvSpPr>
        <p:spPr>
          <a:xfrm>
            <a:off x="382525" y="1135950"/>
            <a:ext cx="4098300" cy="3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End model averages 59.4 steps per simulation, down from starting ~300 steps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~40% faster than a deterministic search algorithm like floodfill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Generalizable to more agents, larger environment, and greater number of obstacles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258" name="Google Shape;425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188" y="446300"/>
            <a:ext cx="3813975" cy="174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9" name="Google Shape;4259;p56" title="Screenshot 2025-05-16 002949.png"/>
          <p:cNvPicPr preferRelativeResize="0"/>
          <p:nvPr/>
        </p:nvPicPr>
        <p:blipFill rotWithShape="1">
          <a:blip r:embed="rId4">
            <a:alphaModFix/>
          </a:blip>
          <a:srcRect b="0" l="42232" r="14676" t="7097"/>
          <a:stretch/>
        </p:blipFill>
        <p:spPr>
          <a:xfrm>
            <a:off x="5331200" y="2660161"/>
            <a:ext cx="2655949" cy="2013299"/>
          </a:xfrm>
          <a:prstGeom prst="rect">
            <a:avLst/>
          </a:prstGeom>
          <a:noFill/>
          <a:ln>
            <a:noFill/>
          </a:ln>
        </p:spPr>
      </p:pic>
      <p:sp>
        <p:nvSpPr>
          <p:cNvPr id="4260" name="Google Shape;4260;p56"/>
          <p:cNvSpPr txBox="1"/>
          <p:nvPr/>
        </p:nvSpPr>
        <p:spPr>
          <a:xfrm>
            <a:off x="5103300" y="1993927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6. Graphs of the average steps and reward throughout training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61" name="Google Shape;4261;p56"/>
          <p:cNvSpPr txBox="1"/>
          <p:nvPr/>
        </p:nvSpPr>
        <p:spPr>
          <a:xfrm>
            <a:off x="5103300" y="4508527"/>
            <a:ext cx="318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Figure 7. Graph of the success rate throughout training</a:t>
            </a:r>
            <a:endParaRPr sz="12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p57"/>
          <p:cNvSpPr txBox="1"/>
          <p:nvPr>
            <p:ph type="title"/>
          </p:nvPr>
        </p:nvSpPr>
        <p:spPr>
          <a:xfrm>
            <a:off x="277450" y="199485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4267" name="Google Shape;4267;p57"/>
          <p:cNvSpPr/>
          <p:nvPr/>
        </p:nvSpPr>
        <p:spPr>
          <a:xfrm>
            <a:off x="1111400" y="1186300"/>
            <a:ext cx="432600" cy="3870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1C232"/>
          </a:solidFill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68" name="Google Shape;4268;p57"/>
          <p:cNvSpPr txBox="1"/>
          <p:nvPr/>
        </p:nvSpPr>
        <p:spPr>
          <a:xfrm>
            <a:off x="772400" y="1525750"/>
            <a:ext cx="111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Target</a:t>
            </a:r>
            <a:endParaRPr sz="1800">
              <a:solidFill>
                <a:srgbClr val="66666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269" name="Google Shape;4269;p57"/>
          <p:cNvCxnSpPr/>
          <p:nvPr/>
        </p:nvCxnSpPr>
        <p:spPr>
          <a:xfrm flipH="1" rot="10800000">
            <a:off x="5747475" y="3033625"/>
            <a:ext cx="666300" cy="795000"/>
          </a:xfrm>
          <a:prstGeom prst="straightConnector1">
            <a:avLst/>
          </a:prstGeom>
          <a:noFill/>
          <a:ln cap="flat" cmpd="sng" w="9525">
            <a:solidFill>
              <a:srgbClr val="19191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70" name="Google Shape;4270;p57"/>
          <p:cNvCxnSpPr/>
          <p:nvPr/>
        </p:nvCxnSpPr>
        <p:spPr>
          <a:xfrm rot="10800000">
            <a:off x="5366575" y="1806025"/>
            <a:ext cx="1000200" cy="462600"/>
          </a:xfrm>
          <a:prstGeom prst="straightConnector1">
            <a:avLst/>
          </a:prstGeom>
          <a:noFill/>
          <a:ln cap="flat" cmpd="sng" w="9525">
            <a:solidFill>
              <a:srgbClr val="19191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71" name="Google Shape;4271;p57"/>
          <p:cNvCxnSpPr/>
          <p:nvPr/>
        </p:nvCxnSpPr>
        <p:spPr>
          <a:xfrm flipH="1" rot="10800000">
            <a:off x="3098650" y="2074675"/>
            <a:ext cx="1005300" cy="748200"/>
          </a:xfrm>
          <a:prstGeom prst="straightConnector1">
            <a:avLst/>
          </a:prstGeom>
          <a:noFill/>
          <a:ln cap="flat" cmpd="sng" w="9525">
            <a:solidFill>
              <a:srgbClr val="19191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72" name="Google Shape;4272;p57"/>
          <p:cNvCxnSpPr/>
          <p:nvPr/>
        </p:nvCxnSpPr>
        <p:spPr>
          <a:xfrm>
            <a:off x="4683287" y="2308536"/>
            <a:ext cx="162900" cy="1437000"/>
          </a:xfrm>
          <a:prstGeom prst="straightConnector1">
            <a:avLst/>
          </a:prstGeom>
          <a:noFill/>
          <a:ln cap="flat" cmpd="sng" w="9525">
            <a:solidFill>
              <a:srgbClr val="19191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73" name="Google Shape;4273;p57"/>
          <p:cNvSpPr/>
          <p:nvPr/>
        </p:nvSpPr>
        <p:spPr>
          <a:xfrm rot="-1034828">
            <a:off x="1567650" y="2128038"/>
            <a:ext cx="1496490" cy="386959"/>
          </a:xfrm>
          <a:prstGeom prst="trapezoid">
            <a:avLst>
              <a:gd fmla="val 25000" name="adj"/>
            </a:avLst>
          </a:prstGeom>
          <a:solidFill>
            <a:srgbClr val="B7B7B7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74" name="Google Shape;4274;p57"/>
          <p:cNvSpPr/>
          <p:nvPr/>
        </p:nvSpPr>
        <p:spPr>
          <a:xfrm rot="4770737">
            <a:off x="3029301" y="3903787"/>
            <a:ext cx="1496501" cy="386823"/>
          </a:xfrm>
          <a:prstGeom prst="trapezoid">
            <a:avLst>
              <a:gd fmla="val 25000" name="adj"/>
            </a:avLst>
          </a:prstGeom>
          <a:solidFill>
            <a:srgbClr val="B7B7B7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275" name="Google Shape;4275;p57"/>
          <p:cNvCxnSpPr/>
          <p:nvPr/>
        </p:nvCxnSpPr>
        <p:spPr>
          <a:xfrm>
            <a:off x="3063663" y="3722962"/>
            <a:ext cx="1065000" cy="538200"/>
          </a:xfrm>
          <a:prstGeom prst="straightConnector1">
            <a:avLst/>
          </a:prstGeom>
          <a:noFill/>
          <a:ln cap="flat" cmpd="sng" w="9525">
            <a:solidFill>
              <a:srgbClr val="19191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76" name="Google Shape;4276;p57"/>
          <p:cNvSpPr/>
          <p:nvPr/>
        </p:nvSpPr>
        <p:spPr>
          <a:xfrm rot="1501346">
            <a:off x="1149329" y="4067629"/>
            <a:ext cx="936939" cy="387067"/>
          </a:xfrm>
          <a:prstGeom prst="trapezoid">
            <a:avLst>
              <a:gd fmla="val 25000" name="adj"/>
            </a:avLst>
          </a:prstGeom>
          <a:solidFill>
            <a:srgbClr val="B7B7B7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77" name="Google Shape;4277;p57"/>
          <p:cNvSpPr/>
          <p:nvPr/>
        </p:nvSpPr>
        <p:spPr>
          <a:xfrm>
            <a:off x="6882250" y="3583575"/>
            <a:ext cx="652800" cy="538200"/>
          </a:xfrm>
          <a:prstGeom prst="ellipse">
            <a:avLst/>
          </a:prstGeom>
          <a:solidFill>
            <a:srgbClr val="B7B7B7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78" name="Google Shape;4278;p57"/>
          <p:cNvSpPr/>
          <p:nvPr/>
        </p:nvSpPr>
        <p:spPr>
          <a:xfrm rot="-1266696">
            <a:off x="5881222" y="969846"/>
            <a:ext cx="1332646" cy="538297"/>
          </a:xfrm>
          <a:prstGeom prst="rtTriangle">
            <a:avLst/>
          </a:prstGeom>
          <a:solidFill>
            <a:srgbClr val="B7B7B7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279" name="Google Shape;4279;p57"/>
          <p:cNvCxnSpPr>
            <a:endCxn id="4280" idx="2"/>
          </p:cNvCxnSpPr>
          <p:nvPr/>
        </p:nvCxnSpPr>
        <p:spPr>
          <a:xfrm flipH="1" rot="10800000">
            <a:off x="1871225" y="1399820"/>
            <a:ext cx="2137200" cy="6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81" name="Google Shape;4281;p57"/>
          <p:cNvCxnSpPr>
            <a:stCxn id="4282" idx="1"/>
            <a:endCxn id="4268" idx="1"/>
          </p:cNvCxnSpPr>
          <p:nvPr/>
        </p:nvCxnSpPr>
        <p:spPr>
          <a:xfrm flipH="1" rot="5400000">
            <a:off x="478850" y="2050150"/>
            <a:ext cx="1487100" cy="900000"/>
          </a:xfrm>
          <a:prstGeom prst="curvedConnector4">
            <a:avLst>
              <a:gd fmla="val 42238" name="adj1"/>
              <a:gd fmla="val 126458" name="adj2"/>
            </a:avLst>
          </a:prstGeom>
          <a:noFill/>
          <a:ln cap="flat" cmpd="sng" w="38100">
            <a:solidFill>
              <a:srgbClr val="191919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id="4283" name="Google Shape;4283;p57" title="robot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738" y="2674950"/>
            <a:ext cx="1543801" cy="120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4" name="Google Shape;4284;p57" title="robot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474" y="948522"/>
            <a:ext cx="1437000" cy="1126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5" name="Google Shape;4285;p57" title="robot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5213" y="1933225"/>
            <a:ext cx="1543801" cy="120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0" name="Google Shape;4280;p57" title="ey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125" y="967220"/>
            <a:ext cx="432600" cy="43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6" name="Google Shape;4286;p57" title="drone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253" y="3085048"/>
            <a:ext cx="2023200" cy="202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90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58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- </a:t>
            </a:r>
            <a:r>
              <a:rPr lang="en"/>
              <a:t>Corrupted</a:t>
            </a:r>
            <a:r>
              <a:rPr lang="en"/>
              <a:t> Environment</a:t>
            </a:r>
            <a:endParaRPr/>
          </a:p>
        </p:txBody>
      </p:sp>
      <p:sp>
        <p:nvSpPr>
          <p:cNvPr id="4292" name="Google Shape;4292;p58"/>
          <p:cNvSpPr txBox="1"/>
          <p:nvPr/>
        </p:nvSpPr>
        <p:spPr>
          <a:xfrm>
            <a:off x="713225" y="1285875"/>
            <a:ext cx="62997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Purchased two JetAutos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Runs on ROS (Robot Operating Software [version Melodic]), a middleware between programs and hardware drivers. This has been implemented in Ubuntu from the manufacturer.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●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To “start” the robot, roslaunch needs to be called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○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Robot A: Corruption of ROS files led us to reinstall Python and ROS, but roslaunch runs into an error when launching one of the nodes, rosout1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sap"/>
              <a:buChar char="○"/>
            </a:pPr>
            <a:r>
              <a:rPr lang="en" sz="15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Robot B: Running roslaunch freezes after the step of “imu calibration”. We believe it came like this out of the box, and resolution requires understanding the manufacturer’s ROS system.</a:t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296" name="Shape 4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7" name="Google Shape;4297;p59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4298" name="Google Shape;4298;p59"/>
          <p:cNvSpPr txBox="1"/>
          <p:nvPr/>
        </p:nvSpPr>
        <p:spPr>
          <a:xfrm>
            <a:off x="713225" y="1285875"/>
            <a:ext cx="62997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Only operating in 2-dimensional space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Simulated environment is still not </a:t>
            </a: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completely</a:t>
            </a: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realistic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○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Obstacles may very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○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Target detection might be more complicated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Limitations on computational resources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sap"/>
              <a:buChar char="●"/>
            </a:pPr>
            <a:r>
              <a:rPr lang="en" sz="20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Unable to physically test our algorithm</a:t>
            </a:r>
            <a:endParaRPr sz="20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302" name="Shape 4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" name="Google Shape;4303;p60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4304" name="Google Shape;4304;p60"/>
          <p:cNvSpPr txBox="1"/>
          <p:nvPr/>
        </p:nvSpPr>
        <p:spPr>
          <a:xfrm>
            <a:off x="713225" y="1285875"/>
            <a:ext cx="62997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Successfully 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developed</a:t>
            </a: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 a novel Multi-Agent Reinforcement Learning algorithm for searching, while using Graph Neural Networks and simulated LiDAR scans to maximize ground-based search efficiency.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Future Ideas: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Work on incorporating the 3rd dimension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Utilizing optical camera outside of target detection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Asap"/>
              <a:buChar char="●"/>
            </a:pPr>
            <a:r>
              <a:rPr lang="en" sz="17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Investigating Value-Decomposition Network Algorithms</a:t>
            </a:r>
            <a:endParaRPr sz="17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308" name="Shape 4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" name="Google Shape;4309;p61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310" name="Google Shape;4310;p61"/>
          <p:cNvSpPr txBox="1"/>
          <p:nvPr/>
        </p:nvSpPr>
        <p:spPr>
          <a:xfrm>
            <a:off x="713225" y="1285875"/>
            <a:ext cx="69804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[1] Amini, M., Kachitvichyanukul, V., &amp; Sirivipanich, V. (2022). Application of Soft Systems Methodology in solving disaster emergency logistics problems. International Journal of the Analytic Hierarchy Process, 14(1), 1–20. https://doi.org/10.13033/ijahp.v14i1.1050</a:t>
            </a:r>
            <a:endParaRPr sz="13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[2] U.S. Forest Service. (n.d.). Search and rescue team asks people to prepare for anything when headed outdoors [Photograph]. U.S. Department of Agriculture. https://www.fs.usda.gov/about-agency/features/search-and-rescue-team-asks-people-prepare-anything-when-headed-outdoors</a:t>
            </a:r>
            <a:endParaRPr sz="13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[3] Prorok Lab. (2021, November 3). A Framework for Real-World Multi-Robot Systems Running Decentralized GNN-Based Policies [Video]. YouTube. https://www.youtube.com/watch?v=COh-WLn4iO4</a:t>
            </a:r>
            <a:endParaRPr sz="13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314" name="Shape 4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5" name="Google Shape;4315;p62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(cont.)</a:t>
            </a:r>
            <a:endParaRPr/>
          </a:p>
        </p:txBody>
      </p:sp>
      <p:sp>
        <p:nvSpPr>
          <p:cNvPr id="4316" name="Google Shape;4316;p62"/>
          <p:cNvSpPr txBox="1"/>
          <p:nvPr/>
        </p:nvSpPr>
        <p:spPr>
          <a:xfrm>
            <a:off x="713225" y="1285875"/>
            <a:ext cx="69804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[4] Abdulghani, A. M., Abdulghani, M. M., Walters, W. L., &amp; Abed, K. H. (2024). Performance evaluation of multi-agent reinforcement learning algorithms. Intelligent Automation &amp; Soft Computing, 39(2), 338–352. https://doi.org/10.32604/iasc.2024.047017</a:t>
            </a:r>
            <a:endParaRPr sz="13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rPr>
              <a:t>[5] Rao, S. N. (2024, October 22). YOLOv11 explained: Next-level object detection with enhanced speed and accuracy. Medium. https://medium.com/@nikhil-rao-20/yolov11-explained-next-level-object-detection-with-enhanced-speed-and-accuracy-2dbe2d376f71</a:t>
            </a:r>
            <a:endParaRPr sz="13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6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320" name="Shape 4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" name="Google Shape;4321;p63"/>
          <p:cNvSpPr txBox="1"/>
          <p:nvPr>
            <p:ph type="title"/>
          </p:nvPr>
        </p:nvSpPr>
        <p:spPr>
          <a:xfrm>
            <a:off x="2347938" y="16722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Thanks</a:t>
            </a:r>
            <a:r>
              <a:rPr lang="en" sz="7500">
                <a:solidFill>
                  <a:schemeClr val="lt2"/>
                </a:solidFill>
              </a:rPr>
              <a:t>!</a:t>
            </a:r>
            <a:endParaRPr sz="7500">
              <a:solidFill>
                <a:schemeClr val="lt2"/>
              </a:solidFill>
            </a:endParaRPr>
          </a:p>
        </p:txBody>
      </p:sp>
      <p:sp>
        <p:nvSpPr>
          <p:cNvPr id="4322" name="Google Shape;4322;p63"/>
          <p:cNvSpPr txBox="1"/>
          <p:nvPr>
            <p:ph idx="4294967295" type="subTitle"/>
          </p:nvPr>
        </p:nvSpPr>
        <p:spPr>
          <a:xfrm>
            <a:off x="713125" y="3122700"/>
            <a:ext cx="771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700">
                <a:solidFill>
                  <a:schemeClr val="lt2"/>
                </a:solidFill>
              </a:rPr>
              <a:t>Any Questions?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Science Capstone Project by Slidesgo">
  <a:themeElements>
    <a:clrScheme name="Simple Light">
      <a:dk1>
        <a:srgbClr val="383470"/>
      </a:dk1>
      <a:lt1>
        <a:srgbClr val="4A4592"/>
      </a:lt1>
      <a:dk2>
        <a:srgbClr val="00A5E4"/>
      </a:dk2>
      <a:lt2>
        <a:srgbClr val="FA8789"/>
      </a:lt2>
      <a:accent1>
        <a:srgbClr val="EA950F"/>
      </a:accent1>
      <a:accent2>
        <a:srgbClr val="EDC85D"/>
      </a:accent2>
      <a:accent3>
        <a:srgbClr val="775C97"/>
      </a:accent3>
      <a:accent4>
        <a:srgbClr val="E3DBF3"/>
      </a:accent4>
      <a:accent5>
        <a:srgbClr val="82A81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